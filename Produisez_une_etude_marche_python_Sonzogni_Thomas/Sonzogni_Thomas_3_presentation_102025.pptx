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23"/>
  </p:notesMasterIdLst>
  <p:handoutMasterIdLst>
    <p:handoutMasterId r:id="rId24"/>
  </p:handoutMasterIdLst>
  <p:sldIdLst>
    <p:sldId id="410" r:id="rId5"/>
    <p:sldId id="383" r:id="rId6"/>
    <p:sldId id="406" r:id="rId7"/>
    <p:sldId id="408" r:id="rId8"/>
    <p:sldId id="391" r:id="rId9"/>
    <p:sldId id="411" r:id="rId10"/>
    <p:sldId id="412" r:id="rId11"/>
    <p:sldId id="413" r:id="rId12"/>
    <p:sldId id="420" r:id="rId13"/>
    <p:sldId id="414" r:id="rId14"/>
    <p:sldId id="415" r:id="rId15"/>
    <p:sldId id="421" r:id="rId16"/>
    <p:sldId id="416" r:id="rId17"/>
    <p:sldId id="422" r:id="rId18"/>
    <p:sldId id="423" r:id="rId19"/>
    <p:sldId id="418" r:id="rId20"/>
    <p:sldId id="424" r:id="rId21"/>
    <p:sldId id="419" r:id="rId22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839CD-0CBE-4890-B6A4-B440F4AEF84E}" v="52" dt="2025-12-29T16:48:00.180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739" autoAdjust="0"/>
  </p:normalViewPr>
  <p:slideViewPr>
    <p:cSldViewPr snapToGrid="0">
      <p:cViewPr varScale="1">
        <p:scale>
          <a:sx n="66" d="100"/>
          <a:sy n="66" d="100"/>
        </p:scale>
        <p:origin x="1330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ZOGNI Thomas UCI OC" userId="7c394e66-3a93-4bc4-9808-fc21bfae2f14" providerId="ADAL" clId="{96D839CD-0CBE-4890-B6A4-B440F4AEF84E}"/>
    <pc:docChg chg="custSel addSld delSld modSld sldOrd">
      <pc:chgData name="SONZOGNI Thomas UCI OC" userId="7c394e66-3a93-4bc4-9808-fc21bfae2f14" providerId="ADAL" clId="{96D839CD-0CBE-4890-B6A4-B440F4AEF84E}" dt="2025-12-30T13:15:16.168" v="2084" actId="47"/>
      <pc:docMkLst>
        <pc:docMk/>
      </pc:docMkLst>
      <pc:sldChg chg="del">
        <pc:chgData name="SONZOGNI Thomas UCI OC" userId="7c394e66-3a93-4bc4-9808-fc21bfae2f14" providerId="ADAL" clId="{96D839CD-0CBE-4890-B6A4-B440F4AEF84E}" dt="2025-12-05T15:48:33.324" v="148" actId="47"/>
        <pc:sldMkLst>
          <pc:docMk/>
          <pc:sldMk cId="1440871986" sldId="389"/>
        </pc:sldMkLst>
      </pc:sldChg>
      <pc:sldChg chg="del">
        <pc:chgData name="SONZOGNI Thomas UCI OC" userId="7c394e66-3a93-4bc4-9808-fc21bfae2f14" providerId="ADAL" clId="{96D839CD-0CBE-4890-B6A4-B440F4AEF84E}" dt="2025-12-05T15:48:31.584" v="147" actId="47"/>
        <pc:sldMkLst>
          <pc:docMk/>
          <pc:sldMk cId="2039059756" sldId="397"/>
        </pc:sldMkLst>
      </pc:sldChg>
      <pc:sldChg chg="del">
        <pc:chgData name="SONZOGNI Thomas UCI OC" userId="7c394e66-3a93-4bc4-9808-fc21bfae2f14" providerId="ADAL" clId="{96D839CD-0CBE-4890-B6A4-B440F4AEF84E}" dt="2025-12-05T15:48:27.962" v="143" actId="47"/>
        <pc:sldMkLst>
          <pc:docMk/>
          <pc:sldMk cId="4261132419" sldId="398"/>
        </pc:sldMkLst>
      </pc:sldChg>
      <pc:sldChg chg="del">
        <pc:chgData name="SONZOGNI Thomas UCI OC" userId="7c394e66-3a93-4bc4-9808-fc21bfae2f14" providerId="ADAL" clId="{96D839CD-0CBE-4890-B6A4-B440F4AEF84E}" dt="2025-12-05T15:48:29.063" v="144" actId="47"/>
        <pc:sldMkLst>
          <pc:docMk/>
          <pc:sldMk cId="752428618" sldId="403"/>
        </pc:sldMkLst>
      </pc:sldChg>
      <pc:sldChg chg="del">
        <pc:chgData name="SONZOGNI Thomas UCI OC" userId="7c394e66-3a93-4bc4-9808-fc21bfae2f14" providerId="ADAL" clId="{96D839CD-0CBE-4890-B6A4-B440F4AEF84E}" dt="2025-12-05T15:48:26.034" v="142" actId="47"/>
        <pc:sldMkLst>
          <pc:docMk/>
          <pc:sldMk cId="1850768898" sldId="404"/>
        </pc:sldMkLst>
      </pc:sldChg>
      <pc:sldChg chg="del">
        <pc:chgData name="SONZOGNI Thomas UCI OC" userId="7c394e66-3a93-4bc4-9808-fc21bfae2f14" providerId="ADAL" clId="{96D839CD-0CBE-4890-B6A4-B440F4AEF84E}" dt="2025-12-05T15:48:29.704" v="145" actId="47"/>
        <pc:sldMkLst>
          <pc:docMk/>
          <pc:sldMk cId="4127695141" sldId="405"/>
        </pc:sldMkLst>
      </pc:sldChg>
      <pc:sldChg chg="del">
        <pc:chgData name="SONZOGNI Thomas UCI OC" userId="7c394e66-3a93-4bc4-9808-fc21bfae2f14" providerId="ADAL" clId="{96D839CD-0CBE-4890-B6A4-B440F4AEF84E}" dt="2025-12-05T15:48:30.636" v="146" actId="47"/>
        <pc:sldMkLst>
          <pc:docMk/>
          <pc:sldMk cId="3088225330" sldId="407"/>
        </pc:sldMkLst>
      </pc:sldChg>
      <pc:sldChg chg="modSp mod">
        <pc:chgData name="SONZOGNI Thomas UCI OC" userId="7c394e66-3a93-4bc4-9808-fc21bfae2f14" providerId="ADAL" clId="{96D839CD-0CBE-4890-B6A4-B440F4AEF84E}" dt="2025-12-22T09:49:34.289" v="1329" actId="1076"/>
        <pc:sldMkLst>
          <pc:docMk/>
          <pc:sldMk cId="888484295" sldId="408"/>
        </pc:sldMkLst>
        <pc:spChg chg="mod">
          <ac:chgData name="SONZOGNI Thomas UCI OC" userId="7c394e66-3a93-4bc4-9808-fc21bfae2f14" providerId="ADAL" clId="{96D839CD-0CBE-4890-B6A4-B440F4AEF84E}" dt="2025-12-22T09:49:21.460" v="1326" actId="20577"/>
          <ac:spMkLst>
            <pc:docMk/>
            <pc:sldMk cId="888484295" sldId="408"/>
            <ac:spMk id="19" creationId="{8E841834-46A0-E479-1CEA-75CE78DC5345}"/>
          </ac:spMkLst>
        </pc:spChg>
        <pc:spChg chg="mod">
          <ac:chgData name="SONZOGNI Thomas UCI OC" userId="7c394e66-3a93-4bc4-9808-fc21bfae2f14" providerId="ADAL" clId="{96D839CD-0CBE-4890-B6A4-B440F4AEF84E}" dt="2025-12-22T09:49:34.289" v="1329" actId="1076"/>
          <ac:spMkLst>
            <pc:docMk/>
            <pc:sldMk cId="888484295" sldId="408"/>
            <ac:spMk id="28" creationId="{CA6755CE-73D9-0C9B-69CA-5E978AC4D881}"/>
          </ac:spMkLst>
        </pc:spChg>
      </pc:sldChg>
      <pc:sldChg chg="del">
        <pc:chgData name="SONZOGNI Thomas UCI OC" userId="7c394e66-3a93-4bc4-9808-fc21bfae2f14" providerId="ADAL" clId="{96D839CD-0CBE-4890-B6A4-B440F4AEF84E}" dt="2025-12-05T15:48:34.051" v="149" actId="47"/>
        <pc:sldMkLst>
          <pc:docMk/>
          <pc:sldMk cId="2249372667" sldId="409"/>
        </pc:sldMkLst>
      </pc:sldChg>
      <pc:sldChg chg="modSp mod">
        <pc:chgData name="SONZOGNI Thomas UCI OC" userId="7c394e66-3a93-4bc4-9808-fc21bfae2f14" providerId="ADAL" clId="{96D839CD-0CBE-4890-B6A4-B440F4AEF84E}" dt="2025-12-29T16:10:58.781" v="1627" actId="20577"/>
        <pc:sldMkLst>
          <pc:docMk/>
          <pc:sldMk cId="305207666" sldId="412"/>
        </pc:sldMkLst>
        <pc:spChg chg="mod">
          <ac:chgData name="SONZOGNI Thomas UCI OC" userId="7c394e66-3a93-4bc4-9808-fc21bfae2f14" providerId="ADAL" clId="{96D839CD-0CBE-4890-B6A4-B440F4AEF84E}" dt="2025-12-29T16:10:58.781" v="1627" actId="20577"/>
          <ac:spMkLst>
            <pc:docMk/>
            <pc:sldMk cId="305207666" sldId="412"/>
            <ac:spMk id="11" creationId="{ACFE5339-EF34-AD90-AF35-07042278FB8D}"/>
          </ac:spMkLst>
        </pc:spChg>
      </pc:sldChg>
      <pc:sldChg chg="addSp delSp modSp add mod ord">
        <pc:chgData name="SONZOGNI Thomas UCI OC" userId="7c394e66-3a93-4bc4-9808-fc21bfae2f14" providerId="ADAL" clId="{96D839CD-0CBE-4890-B6A4-B440F4AEF84E}" dt="2025-12-29T16:14:11.696" v="1633" actId="14100"/>
        <pc:sldMkLst>
          <pc:docMk/>
          <pc:sldMk cId="651905406" sldId="413"/>
        </pc:sldMkLst>
        <pc:spChg chg="mod">
          <ac:chgData name="SONZOGNI Thomas UCI OC" userId="7c394e66-3a93-4bc4-9808-fc21bfae2f14" providerId="ADAL" clId="{96D839CD-0CBE-4890-B6A4-B440F4AEF84E}" dt="2025-12-05T15:44:05.443" v="30" actId="20577"/>
          <ac:spMkLst>
            <pc:docMk/>
            <pc:sldMk cId="651905406" sldId="413"/>
            <ac:spMk id="2" creationId="{1FC42338-0AFA-7ADC-73E9-D7220FCFD100}"/>
          </ac:spMkLst>
        </pc:spChg>
        <pc:spChg chg="add mod">
          <ac:chgData name="SONZOGNI Thomas UCI OC" userId="7c394e66-3a93-4bc4-9808-fc21bfae2f14" providerId="ADAL" clId="{96D839CD-0CBE-4890-B6A4-B440F4AEF84E}" dt="2025-12-19T10:31:18.797" v="859" actId="1076"/>
          <ac:spMkLst>
            <pc:docMk/>
            <pc:sldMk cId="651905406" sldId="413"/>
            <ac:spMk id="3" creationId="{6626E983-542B-F839-59B8-F06B0723D278}"/>
          </ac:spMkLst>
        </pc:spChg>
        <pc:spChg chg="add mod">
          <ac:chgData name="SONZOGNI Thomas UCI OC" userId="7c394e66-3a93-4bc4-9808-fc21bfae2f14" providerId="ADAL" clId="{96D839CD-0CBE-4890-B6A4-B440F4AEF84E}" dt="2025-12-29T16:13:59.667" v="1628" actId="14100"/>
          <ac:spMkLst>
            <pc:docMk/>
            <pc:sldMk cId="651905406" sldId="413"/>
            <ac:spMk id="6" creationId="{4B1E57AC-722C-29B8-C22E-262AD6AB80EC}"/>
          </ac:spMkLst>
        </pc:spChg>
        <pc:picChg chg="add del mod">
          <ac:chgData name="SONZOGNI Thomas UCI OC" userId="7c394e66-3a93-4bc4-9808-fc21bfae2f14" providerId="ADAL" clId="{96D839CD-0CBE-4890-B6A4-B440F4AEF84E}" dt="2025-12-29T16:14:01.863" v="1629" actId="478"/>
          <ac:picMkLst>
            <pc:docMk/>
            <pc:sldMk cId="651905406" sldId="413"/>
            <ac:picMk id="4" creationId="{48E60052-BBC3-CCEF-7778-EF3CCD276CA4}"/>
          </ac:picMkLst>
        </pc:picChg>
        <pc:picChg chg="add mod">
          <ac:chgData name="SONZOGNI Thomas UCI OC" userId="7c394e66-3a93-4bc4-9808-fc21bfae2f14" providerId="ADAL" clId="{96D839CD-0CBE-4890-B6A4-B440F4AEF84E}" dt="2025-12-29T16:14:11.696" v="1633" actId="14100"/>
          <ac:picMkLst>
            <pc:docMk/>
            <pc:sldMk cId="651905406" sldId="413"/>
            <ac:picMk id="7" creationId="{C52BDF2B-7D35-04F3-7B50-341EC3BBB3A8}"/>
          </ac:picMkLst>
        </pc:picChg>
      </pc:sldChg>
      <pc:sldChg chg="addSp delSp modSp add mod">
        <pc:chgData name="SONZOGNI Thomas UCI OC" userId="7c394e66-3a93-4bc4-9808-fc21bfae2f14" providerId="ADAL" clId="{96D839CD-0CBE-4890-B6A4-B440F4AEF84E}" dt="2025-12-29T16:16:03.760" v="1667" actId="1076"/>
        <pc:sldMkLst>
          <pc:docMk/>
          <pc:sldMk cId="1403644474" sldId="414"/>
        </pc:sldMkLst>
        <pc:spChg chg="mod">
          <ac:chgData name="SONZOGNI Thomas UCI OC" userId="7c394e66-3a93-4bc4-9808-fc21bfae2f14" providerId="ADAL" clId="{96D839CD-0CBE-4890-B6A4-B440F4AEF84E}" dt="2025-12-10T12:05:15.604" v="345" actId="1076"/>
          <ac:spMkLst>
            <pc:docMk/>
            <pc:sldMk cId="1403644474" sldId="414"/>
            <ac:spMk id="2" creationId="{C305EBCE-EDAF-02E3-0AB5-2EB4DE42C512}"/>
          </ac:spMkLst>
        </pc:spChg>
        <pc:spChg chg="add mod">
          <ac:chgData name="SONZOGNI Thomas UCI OC" userId="7c394e66-3a93-4bc4-9808-fc21bfae2f14" providerId="ADAL" clId="{96D839CD-0CBE-4890-B6A4-B440F4AEF84E}" dt="2025-12-19T10:43:03.557" v="1255" actId="1076"/>
          <ac:spMkLst>
            <pc:docMk/>
            <pc:sldMk cId="1403644474" sldId="414"/>
            <ac:spMk id="4" creationId="{F10715D1-9A5F-71F2-5AC2-0C6D47312F40}"/>
          </ac:spMkLst>
        </pc:spChg>
        <pc:picChg chg="add del mod">
          <ac:chgData name="SONZOGNI Thomas UCI OC" userId="7c394e66-3a93-4bc4-9808-fc21bfae2f14" providerId="ADAL" clId="{96D839CD-0CBE-4890-B6A4-B440F4AEF84E}" dt="2025-12-29T16:15:51.476" v="1662" actId="478"/>
          <ac:picMkLst>
            <pc:docMk/>
            <pc:sldMk cId="1403644474" sldId="414"/>
            <ac:picMk id="5" creationId="{DE38FB01-4EC0-9876-74FC-AC6DFC2FD087}"/>
          </ac:picMkLst>
        </pc:picChg>
        <pc:picChg chg="add mod">
          <ac:chgData name="SONZOGNI Thomas UCI OC" userId="7c394e66-3a93-4bc4-9808-fc21bfae2f14" providerId="ADAL" clId="{96D839CD-0CBE-4890-B6A4-B440F4AEF84E}" dt="2025-12-29T16:16:03.760" v="1667" actId="1076"/>
          <ac:picMkLst>
            <pc:docMk/>
            <pc:sldMk cId="1403644474" sldId="414"/>
            <ac:picMk id="6" creationId="{F030AA86-BFB2-6EC6-807C-1DA7023A9196}"/>
          </ac:picMkLst>
        </pc:picChg>
      </pc:sldChg>
      <pc:sldChg chg="addSp delSp modSp add mod">
        <pc:chgData name="SONZOGNI Thomas UCI OC" userId="7c394e66-3a93-4bc4-9808-fc21bfae2f14" providerId="ADAL" clId="{96D839CD-0CBE-4890-B6A4-B440F4AEF84E}" dt="2025-12-19T10:37:27.330" v="1066" actId="1076"/>
        <pc:sldMkLst>
          <pc:docMk/>
          <pc:sldMk cId="673431078" sldId="415"/>
        </pc:sldMkLst>
        <pc:spChg chg="mod">
          <ac:chgData name="SONZOGNI Thomas UCI OC" userId="7c394e66-3a93-4bc4-9808-fc21bfae2f14" providerId="ADAL" clId="{96D839CD-0CBE-4890-B6A4-B440F4AEF84E}" dt="2025-12-19T08:14:52.425" v="409" actId="1076"/>
          <ac:spMkLst>
            <pc:docMk/>
            <pc:sldMk cId="673431078" sldId="415"/>
            <ac:spMk id="2" creationId="{52BDF72A-27B5-1BBB-6A84-68AE5A7E7AD6}"/>
          </ac:spMkLst>
        </pc:spChg>
        <pc:spChg chg="mod">
          <ac:chgData name="SONZOGNI Thomas UCI OC" userId="7c394e66-3a93-4bc4-9808-fc21bfae2f14" providerId="ADAL" clId="{96D839CD-0CBE-4890-B6A4-B440F4AEF84E}" dt="2025-12-19T10:37:27.330" v="1066" actId="1076"/>
          <ac:spMkLst>
            <pc:docMk/>
            <pc:sldMk cId="673431078" sldId="415"/>
            <ac:spMk id="6" creationId="{0C5CBF4C-C1E7-EE3E-ABC3-4238BF002609}"/>
          </ac:spMkLst>
        </pc:spChg>
        <pc:picChg chg="add mod">
          <ac:chgData name="SONZOGNI Thomas UCI OC" userId="7c394e66-3a93-4bc4-9808-fc21bfae2f14" providerId="ADAL" clId="{96D839CD-0CBE-4890-B6A4-B440F4AEF84E}" dt="2025-12-19T08:22:44.529" v="723" actId="14100"/>
          <ac:picMkLst>
            <pc:docMk/>
            <pc:sldMk cId="673431078" sldId="415"/>
            <ac:picMk id="5" creationId="{A3758DD1-45C3-08E5-F0BD-9F5E967EA34D}"/>
          </ac:picMkLst>
        </pc:picChg>
      </pc:sldChg>
      <pc:sldChg chg="addSp delSp modSp add mod">
        <pc:chgData name="SONZOGNI Thomas UCI OC" userId="7c394e66-3a93-4bc4-9808-fc21bfae2f14" providerId="ADAL" clId="{96D839CD-0CBE-4890-B6A4-B440F4AEF84E}" dt="2025-12-29T16:18:05.793" v="1681" actId="478"/>
        <pc:sldMkLst>
          <pc:docMk/>
          <pc:sldMk cId="2028336003" sldId="416"/>
        </pc:sldMkLst>
        <pc:spChg chg="mod">
          <ac:chgData name="SONZOGNI Thomas UCI OC" userId="7c394e66-3a93-4bc4-9808-fc21bfae2f14" providerId="ADAL" clId="{96D839CD-0CBE-4890-B6A4-B440F4AEF84E}" dt="2025-12-19T10:40:53.786" v="1242" actId="14100"/>
          <ac:spMkLst>
            <pc:docMk/>
            <pc:sldMk cId="2028336003" sldId="416"/>
            <ac:spMk id="2" creationId="{913B97C1-95C3-810C-A2B4-67895371E0A3}"/>
          </ac:spMkLst>
        </pc:spChg>
        <pc:spChg chg="add del mod">
          <ac:chgData name="SONZOGNI Thomas UCI OC" userId="7c394e66-3a93-4bc4-9808-fc21bfae2f14" providerId="ADAL" clId="{96D839CD-0CBE-4890-B6A4-B440F4AEF84E}" dt="2025-12-29T16:17:57.531" v="1679" actId="478"/>
          <ac:spMkLst>
            <pc:docMk/>
            <pc:sldMk cId="2028336003" sldId="416"/>
            <ac:spMk id="3" creationId="{E4A8DEEB-AFC4-696B-D07C-1BBA98E96124}"/>
          </ac:spMkLst>
        </pc:spChg>
        <pc:spChg chg="add del mod">
          <ac:chgData name="SONZOGNI Thomas UCI OC" userId="7c394e66-3a93-4bc4-9808-fc21bfae2f14" providerId="ADAL" clId="{96D839CD-0CBE-4890-B6A4-B440F4AEF84E}" dt="2025-12-29T16:18:05.793" v="1681" actId="478"/>
          <ac:spMkLst>
            <pc:docMk/>
            <pc:sldMk cId="2028336003" sldId="416"/>
            <ac:spMk id="10" creationId="{15EB2C3F-CDE5-04EC-0398-B10DBB803789}"/>
          </ac:spMkLst>
        </pc:spChg>
        <pc:picChg chg="add del mod">
          <ac:chgData name="SONZOGNI Thomas UCI OC" userId="7c394e66-3a93-4bc4-9808-fc21bfae2f14" providerId="ADAL" clId="{96D839CD-0CBE-4890-B6A4-B440F4AEF84E}" dt="2025-12-29T16:17:13.147" v="1668" actId="478"/>
          <ac:picMkLst>
            <pc:docMk/>
            <pc:sldMk cId="2028336003" sldId="416"/>
            <ac:picMk id="5" creationId="{7AD69829-C41F-D6A8-C091-1B5359ED5225}"/>
          </ac:picMkLst>
        </pc:picChg>
        <pc:picChg chg="add mod">
          <ac:chgData name="SONZOGNI Thomas UCI OC" userId="7c394e66-3a93-4bc4-9808-fc21bfae2f14" providerId="ADAL" clId="{96D839CD-0CBE-4890-B6A4-B440F4AEF84E}" dt="2025-12-29T16:18:01.457" v="1680" actId="1076"/>
          <ac:picMkLst>
            <pc:docMk/>
            <pc:sldMk cId="2028336003" sldId="416"/>
            <ac:picMk id="6" creationId="{A90137FE-9C55-2624-3105-7491518F8B9F}"/>
          </ac:picMkLst>
        </pc:picChg>
        <pc:picChg chg="add del mod">
          <ac:chgData name="SONZOGNI Thomas UCI OC" userId="7c394e66-3a93-4bc4-9808-fc21bfae2f14" providerId="ADAL" clId="{96D839CD-0CBE-4890-B6A4-B440F4AEF84E}" dt="2025-12-29T16:17:31.002" v="1671" actId="478"/>
          <ac:picMkLst>
            <pc:docMk/>
            <pc:sldMk cId="2028336003" sldId="416"/>
            <ac:picMk id="9" creationId="{EF9C3E1A-7ED3-7781-B5EF-BCF63AB363AD}"/>
          </ac:picMkLst>
        </pc:picChg>
      </pc:sldChg>
      <pc:sldChg chg="addSp delSp modSp add del mod">
        <pc:chgData name="SONZOGNI Thomas UCI OC" userId="7c394e66-3a93-4bc4-9808-fc21bfae2f14" providerId="ADAL" clId="{96D839CD-0CBE-4890-B6A4-B440F4AEF84E}" dt="2025-12-30T13:15:16.168" v="2084" actId="47"/>
        <pc:sldMkLst>
          <pc:docMk/>
          <pc:sldMk cId="430098070" sldId="417"/>
        </pc:sldMkLst>
      </pc:sldChg>
      <pc:sldChg chg="addSp delSp modSp add mod">
        <pc:chgData name="SONZOGNI Thomas UCI OC" userId="7c394e66-3a93-4bc4-9808-fc21bfae2f14" providerId="ADAL" clId="{96D839CD-0CBE-4890-B6A4-B440F4AEF84E}" dt="2025-12-29T16:22:38.413" v="1728" actId="1076"/>
        <pc:sldMkLst>
          <pc:docMk/>
          <pc:sldMk cId="4064865963" sldId="418"/>
        </pc:sldMkLst>
        <pc:spChg chg="mod">
          <ac:chgData name="SONZOGNI Thomas UCI OC" userId="7c394e66-3a93-4bc4-9808-fc21bfae2f14" providerId="ADAL" clId="{96D839CD-0CBE-4890-B6A4-B440F4AEF84E}" dt="2025-12-19T10:43:13.997" v="1257" actId="20577"/>
          <ac:spMkLst>
            <pc:docMk/>
            <pc:sldMk cId="4064865963" sldId="418"/>
            <ac:spMk id="2" creationId="{EC042E47-AA78-F1ED-8802-B63DC2B52E31}"/>
          </ac:spMkLst>
        </pc:spChg>
        <pc:spChg chg="add mod">
          <ac:chgData name="SONZOGNI Thomas UCI OC" userId="7c394e66-3a93-4bc4-9808-fc21bfae2f14" providerId="ADAL" clId="{96D839CD-0CBE-4890-B6A4-B440F4AEF84E}" dt="2025-12-29T16:22:31.353" v="1723" actId="1076"/>
          <ac:spMkLst>
            <pc:docMk/>
            <pc:sldMk cId="4064865963" sldId="418"/>
            <ac:spMk id="4" creationId="{8BFDB9CD-3C14-BBAE-A9DB-3F6F4ED520C3}"/>
          </ac:spMkLst>
        </pc:spChg>
        <pc:spChg chg="mod">
          <ac:chgData name="SONZOGNI Thomas UCI OC" userId="7c394e66-3a93-4bc4-9808-fc21bfae2f14" providerId="ADAL" clId="{96D839CD-0CBE-4890-B6A4-B440F4AEF84E}" dt="2025-12-29T16:22:27.379" v="1722" actId="1076"/>
          <ac:spMkLst>
            <pc:docMk/>
            <pc:sldMk cId="4064865963" sldId="418"/>
            <ac:spMk id="10" creationId="{0EAD3352-F4C5-2BBD-7FD5-86A0F8A8BB5A}"/>
          </ac:spMkLst>
        </pc:spChg>
        <pc:picChg chg="add del mod ord">
          <ac:chgData name="SONZOGNI Thomas UCI OC" userId="7c394e66-3a93-4bc4-9808-fc21bfae2f14" providerId="ADAL" clId="{96D839CD-0CBE-4890-B6A4-B440F4AEF84E}" dt="2025-12-29T16:21:56.590" v="1716" actId="478"/>
          <ac:picMkLst>
            <pc:docMk/>
            <pc:sldMk cId="4064865963" sldId="418"/>
            <ac:picMk id="5" creationId="{82C180FF-AD35-E25A-DFB3-62745085F3E8}"/>
          </ac:picMkLst>
        </pc:picChg>
        <pc:picChg chg="add mod">
          <ac:chgData name="SONZOGNI Thomas UCI OC" userId="7c394e66-3a93-4bc4-9808-fc21bfae2f14" providerId="ADAL" clId="{96D839CD-0CBE-4890-B6A4-B440F4AEF84E}" dt="2025-12-29T16:22:38.413" v="1728" actId="1076"/>
          <ac:picMkLst>
            <pc:docMk/>
            <pc:sldMk cId="4064865963" sldId="418"/>
            <ac:picMk id="6" creationId="{92BD03FB-FC37-413D-1B09-804432ECC6CA}"/>
          </ac:picMkLst>
        </pc:picChg>
      </pc:sldChg>
      <pc:sldChg chg="addSp delSp modSp add mod modNotesTx">
        <pc:chgData name="SONZOGNI Thomas UCI OC" userId="7c394e66-3a93-4bc4-9808-fc21bfae2f14" providerId="ADAL" clId="{96D839CD-0CBE-4890-B6A4-B440F4AEF84E}" dt="2025-12-29T16:32:11.576" v="1993" actId="20577"/>
        <pc:sldMkLst>
          <pc:docMk/>
          <pc:sldMk cId="2300772566" sldId="419"/>
        </pc:sldMkLst>
        <pc:spChg chg="mod">
          <ac:chgData name="SONZOGNI Thomas UCI OC" userId="7c394e66-3a93-4bc4-9808-fc21bfae2f14" providerId="ADAL" clId="{96D839CD-0CBE-4890-B6A4-B440F4AEF84E}" dt="2025-12-05T16:14:47.665" v="311" actId="20577"/>
          <ac:spMkLst>
            <pc:docMk/>
            <pc:sldMk cId="2300772566" sldId="419"/>
            <ac:spMk id="2" creationId="{6F11B1EC-FB49-C4AC-D9E3-2AD55D00743B}"/>
          </ac:spMkLst>
        </pc:spChg>
        <pc:spChg chg="add mod">
          <ac:chgData name="SONZOGNI Thomas UCI OC" userId="7c394e66-3a93-4bc4-9808-fc21bfae2f14" providerId="ADAL" clId="{96D839CD-0CBE-4890-B6A4-B440F4AEF84E}" dt="2025-12-29T16:32:11.576" v="1993" actId="20577"/>
          <ac:spMkLst>
            <pc:docMk/>
            <pc:sldMk cId="2300772566" sldId="419"/>
            <ac:spMk id="4" creationId="{EBE3680E-F2BB-50C0-8186-2E17515F3630}"/>
          </ac:spMkLst>
        </pc:spChg>
        <pc:picChg chg="add mod">
          <ac:chgData name="SONZOGNI Thomas UCI OC" userId="7c394e66-3a93-4bc4-9808-fc21bfae2f14" providerId="ADAL" clId="{96D839CD-0CBE-4890-B6A4-B440F4AEF84E}" dt="2025-12-05T16:16:31.432" v="336" actId="1076"/>
          <ac:picMkLst>
            <pc:docMk/>
            <pc:sldMk cId="2300772566" sldId="419"/>
            <ac:picMk id="6" creationId="{67FEC46A-C361-EE6D-68D1-E4590DCA9C0D}"/>
          </ac:picMkLst>
        </pc:picChg>
      </pc:sldChg>
      <pc:sldChg chg="addSp delSp modSp add mod ord">
        <pc:chgData name="SONZOGNI Thomas UCI OC" userId="7c394e66-3a93-4bc4-9808-fc21bfae2f14" providerId="ADAL" clId="{96D839CD-0CBE-4890-B6A4-B440F4AEF84E}" dt="2025-12-29T16:15:34.116" v="1661" actId="20577"/>
        <pc:sldMkLst>
          <pc:docMk/>
          <pc:sldMk cId="2142224963" sldId="420"/>
        </pc:sldMkLst>
        <pc:spChg chg="mod">
          <ac:chgData name="SONZOGNI Thomas UCI OC" userId="7c394e66-3a93-4bc4-9808-fc21bfae2f14" providerId="ADAL" clId="{96D839CD-0CBE-4890-B6A4-B440F4AEF84E}" dt="2025-12-29T16:15:34.116" v="1661" actId="20577"/>
          <ac:spMkLst>
            <pc:docMk/>
            <pc:sldMk cId="2142224963" sldId="420"/>
            <ac:spMk id="6" creationId="{024D0B8D-E952-0068-4B90-4E2DD69DF5C8}"/>
          </ac:spMkLst>
        </pc:spChg>
        <pc:picChg chg="add del mod">
          <ac:chgData name="SONZOGNI Thomas UCI OC" userId="7c394e66-3a93-4bc4-9808-fc21bfae2f14" providerId="ADAL" clId="{96D839CD-0CBE-4890-B6A4-B440F4AEF84E}" dt="2025-12-29T16:14:54.429" v="1634" actId="478"/>
          <ac:picMkLst>
            <pc:docMk/>
            <pc:sldMk cId="2142224963" sldId="420"/>
            <ac:picMk id="4" creationId="{01C5B52B-8627-FF55-0803-BD2476D70437}"/>
          </ac:picMkLst>
        </pc:picChg>
        <pc:picChg chg="add mod">
          <ac:chgData name="SONZOGNI Thomas UCI OC" userId="7c394e66-3a93-4bc4-9808-fc21bfae2f14" providerId="ADAL" clId="{96D839CD-0CBE-4890-B6A4-B440F4AEF84E}" dt="2025-12-29T16:15:07.666" v="1639" actId="1076"/>
          <ac:picMkLst>
            <pc:docMk/>
            <pc:sldMk cId="2142224963" sldId="420"/>
            <ac:picMk id="5" creationId="{4814E181-E95A-F33A-3AA2-F5883A8D130A}"/>
          </ac:picMkLst>
        </pc:picChg>
      </pc:sldChg>
      <pc:sldChg chg="addSp delSp modSp add mod">
        <pc:chgData name="SONZOGNI Thomas UCI OC" userId="7c394e66-3a93-4bc4-9808-fc21bfae2f14" providerId="ADAL" clId="{96D839CD-0CBE-4890-B6A4-B440F4AEF84E}" dt="2025-12-19T10:37:39.334" v="1068" actId="20577"/>
        <pc:sldMkLst>
          <pc:docMk/>
          <pc:sldMk cId="2669493697" sldId="421"/>
        </pc:sldMkLst>
        <pc:spChg chg="mod">
          <ac:chgData name="SONZOGNI Thomas UCI OC" userId="7c394e66-3a93-4bc4-9808-fc21bfae2f14" providerId="ADAL" clId="{96D839CD-0CBE-4890-B6A4-B440F4AEF84E}" dt="2025-12-19T10:37:39.334" v="1068" actId="20577"/>
          <ac:spMkLst>
            <pc:docMk/>
            <pc:sldMk cId="2669493697" sldId="421"/>
            <ac:spMk id="6" creationId="{E02F1A3C-2646-409C-7918-E01ED3E5F979}"/>
          </ac:spMkLst>
        </pc:spChg>
        <pc:picChg chg="mod">
          <ac:chgData name="SONZOGNI Thomas UCI OC" userId="7c394e66-3a93-4bc4-9808-fc21bfae2f14" providerId="ADAL" clId="{96D839CD-0CBE-4890-B6A4-B440F4AEF84E}" dt="2025-12-19T08:15:17.779" v="418" actId="1076"/>
          <ac:picMkLst>
            <pc:docMk/>
            <pc:sldMk cId="2669493697" sldId="421"/>
            <ac:picMk id="4" creationId="{A0195306-F105-B956-F89E-30ABED26F2AB}"/>
          </ac:picMkLst>
        </pc:picChg>
      </pc:sldChg>
      <pc:sldChg chg="addSp delSp modSp add mod">
        <pc:chgData name="SONZOGNI Thomas UCI OC" userId="7c394e66-3a93-4bc4-9808-fc21bfae2f14" providerId="ADAL" clId="{96D839CD-0CBE-4890-B6A4-B440F4AEF84E}" dt="2025-12-29T16:48:10.500" v="2083" actId="207"/>
        <pc:sldMkLst>
          <pc:docMk/>
          <pc:sldMk cId="4116719435" sldId="422"/>
        </pc:sldMkLst>
        <pc:spChg chg="del mod">
          <ac:chgData name="SONZOGNI Thomas UCI OC" userId="7c394e66-3a93-4bc4-9808-fc21bfae2f14" providerId="ADAL" clId="{96D839CD-0CBE-4890-B6A4-B440F4AEF84E}" dt="2025-12-29T16:38:22.538" v="1994" actId="478"/>
          <ac:spMkLst>
            <pc:docMk/>
            <pc:sldMk cId="4116719435" sldId="422"/>
            <ac:spMk id="3" creationId="{83CA8FE1-9376-7C80-935F-2309F583802A}"/>
          </ac:spMkLst>
        </pc:spChg>
        <pc:spChg chg="del">
          <ac:chgData name="SONZOGNI Thomas UCI OC" userId="7c394e66-3a93-4bc4-9808-fc21bfae2f14" providerId="ADAL" clId="{96D839CD-0CBE-4890-B6A4-B440F4AEF84E}" dt="2025-12-29T16:19:44.656" v="1700" actId="478"/>
          <ac:spMkLst>
            <pc:docMk/>
            <pc:sldMk cId="4116719435" sldId="422"/>
            <ac:spMk id="10" creationId="{55F78B39-EC95-9149-E04F-D7C99F46484A}"/>
          </ac:spMkLst>
        </pc:spChg>
        <pc:spChg chg="add mod">
          <ac:chgData name="SONZOGNI Thomas UCI OC" userId="7c394e66-3a93-4bc4-9808-fc21bfae2f14" providerId="ADAL" clId="{96D839CD-0CBE-4890-B6A4-B440F4AEF84E}" dt="2025-12-29T16:45:30.932" v="2073" actId="207"/>
          <ac:spMkLst>
            <pc:docMk/>
            <pc:sldMk cId="4116719435" sldId="422"/>
            <ac:spMk id="11" creationId="{19A0CEE4-E2F0-9334-ABAD-F7678A94A0BF}"/>
          </ac:spMkLst>
        </pc:spChg>
        <pc:spChg chg="add mod">
          <ac:chgData name="SONZOGNI Thomas UCI OC" userId="7c394e66-3a93-4bc4-9808-fc21bfae2f14" providerId="ADAL" clId="{96D839CD-0CBE-4890-B6A4-B440F4AEF84E}" dt="2025-12-29T16:45:04.046" v="2070" actId="1076"/>
          <ac:spMkLst>
            <pc:docMk/>
            <pc:sldMk cId="4116719435" sldId="422"/>
            <ac:spMk id="12" creationId="{739A0BFD-001A-3C05-2862-DEF895EAF890}"/>
          </ac:spMkLst>
        </pc:spChg>
        <pc:spChg chg="add mod">
          <ac:chgData name="SONZOGNI Thomas UCI OC" userId="7c394e66-3a93-4bc4-9808-fc21bfae2f14" providerId="ADAL" clId="{96D839CD-0CBE-4890-B6A4-B440F4AEF84E}" dt="2025-12-29T16:46:14.411" v="2075" actId="207"/>
          <ac:spMkLst>
            <pc:docMk/>
            <pc:sldMk cId="4116719435" sldId="422"/>
            <ac:spMk id="13" creationId="{EF75B953-7D8D-3907-142C-38D9D0726D65}"/>
          </ac:spMkLst>
        </pc:spChg>
        <pc:spChg chg="add mod">
          <ac:chgData name="SONZOGNI Thomas UCI OC" userId="7c394e66-3a93-4bc4-9808-fc21bfae2f14" providerId="ADAL" clId="{96D839CD-0CBE-4890-B6A4-B440F4AEF84E}" dt="2025-12-29T16:46:36.269" v="2077" actId="207"/>
          <ac:spMkLst>
            <pc:docMk/>
            <pc:sldMk cId="4116719435" sldId="422"/>
            <ac:spMk id="14" creationId="{3942F0BF-5413-0939-782C-ED786AA0E486}"/>
          </ac:spMkLst>
        </pc:spChg>
        <pc:spChg chg="add mod">
          <ac:chgData name="SONZOGNI Thomas UCI OC" userId="7c394e66-3a93-4bc4-9808-fc21bfae2f14" providerId="ADAL" clId="{96D839CD-0CBE-4890-B6A4-B440F4AEF84E}" dt="2025-12-29T16:47:08.789" v="2079" actId="207"/>
          <ac:spMkLst>
            <pc:docMk/>
            <pc:sldMk cId="4116719435" sldId="422"/>
            <ac:spMk id="15" creationId="{F1AD0DF0-E6CA-688F-A62B-32C76FA909A3}"/>
          </ac:spMkLst>
        </pc:spChg>
        <pc:spChg chg="add mod">
          <ac:chgData name="SONZOGNI Thomas UCI OC" userId="7c394e66-3a93-4bc4-9808-fc21bfae2f14" providerId="ADAL" clId="{96D839CD-0CBE-4890-B6A4-B440F4AEF84E}" dt="2025-12-29T16:47:31.355" v="2081" actId="207"/>
          <ac:spMkLst>
            <pc:docMk/>
            <pc:sldMk cId="4116719435" sldId="422"/>
            <ac:spMk id="16" creationId="{BD13C25D-A46F-B69B-D602-BFB8A175B46C}"/>
          </ac:spMkLst>
        </pc:spChg>
        <pc:spChg chg="add mod">
          <ac:chgData name="SONZOGNI Thomas UCI OC" userId="7c394e66-3a93-4bc4-9808-fc21bfae2f14" providerId="ADAL" clId="{96D839CD-0CBE-4890-B6A4-B440F4AEF84E}" dt="2025-12-29T16:48:10.500" v="2083" actId="207"/>
          <ac:spMkLst>
            <pc:docMk/>
            <pc:sldMk cId="4116719435" sldId="422"/>
            <ac:spMk id="17" creationId="{93202B4B-919C-236C-6D8E-1B9E268F8153}"/>
          </ac:spMkLst>
        </pc:spChg>
        <pc:picChg chg="add mod">
          <ac:chgData name="SONZOGNI Thomas UCI OC" userId="7c394e66-3a93-4bc4-9808-fc21bfae2f14" providerId="ADAL" clId="{96D839CD-0CBE-4890-B6A4-B440F4AEF84E}" dt="2025-12-29T16:19:50.404" v="1702" actId="1076"/>
          <ac:picMkLst>
            <pc:docMk/>
            <pc:sldMk cId="4116719435" sldId="422"/>
            <ac:picMk id="5" creationId="{2B7277EA-2FB5-3CF5-A997-305C9EB8246A}"/>
          </ac:picMkLst>
        </pc:picChg>
        <pc:picChg chg="del">
          <ac:chgData name="SONZOGNI Thomas UCI OC" userId="7c394e66-3a93-4bc4-9808-fc21bfae2f14" providerId="ADAL" clId="{96D839CD-0CBE-4890-B6A4-B440F4AEF84E}" dt="2025-12-29T16:18:09.377" v="1682" actId="478"/>
          <ac:picMkLst>
            <pc:docMk/>
            <pc:sldMk cId="4116719435" sldId="422"/>
            <ac:picMk id="6" creationId="{91300E7B-3DAE-FA98-BE71-DC7ADE68DCFB}"/>
          </ac:picMkLst>
        </pc:picChg>
        <pc:picChg chg="add del">
          <ac:chgData name="SONZOGNI Thomas UCI OC" userId="7c394e66-3a93-4bc4-9808-fc21bfae2f14" providerId="ADAL" clId="{96D839CD-0CBE-4890-B6A4-B440F4AEF84E}" dt="2025-12-29T16:19:19.448" v="1689" actId="478"/>
          <ac:picMkLst>
            <pc:docMk/>
            <pc:sldMk cId="4116719435" sldId="422"/>
            <ac:picMk id="8" creationId="{B46D3915-6290-DE19-4443-2539ED3EED14}"/>
          </ac:picMkLst>
        </pc:picChg>
        <pc:picChg chg="del mod">
          <ac:chgData name="SONZOGNI Thomas UCI OC" userId="7c394e66-3a93-4bc4-9808-fc21bfae2f14" providerId="ADAL" clId="{96D839CD-0CBE-4890-B6A4-B440F4AEF84E}" dt="2025-12-29T16:18:43.073" v="1686" actId="478"/>
          <ac:picMkLst>
            <pc:docMk/>
            <pc:sldMk cId="4116719435" sldId="422"/>
            <ac:picMk id="9" creationId="{B527FBDF-C06F-328D-46B1-7F6A3F952533}"/>
          </ac:picMkLst>
        </pc:picChg>
      </pc:sldChg>
      <pc:sldChg chg="addSp delSp modSp add mod modNotesTx">
        <pc:chgData name="SONZOGNI Thomas UCI OC" userId="7c394e66-3a93-4bc4-9808-fc21bfae2f14" providerId="ADAL" clId="{96D839CD-0CBE-4890-B6A4-B440F4AEF84E}" dt="2025-12-29T16:21:06.708" v="1715" actId="20577"/>
        <pc:sldMkLst>
          <pc:docMk/>
          <pc:sldMk cId="1132625230" sldId="423"/>
        </pc:sldMkLst>
        <pc:spChg chg="del">
          <ac:chgData name="SONZOGNI Thomas UCI OC" userId="7c394e66-3a93-4bc4-9808-fc21bfae2f14" providerId="ADAL" clId="{96D839CD-0CBE-4890-B6A4-B440F4AEF84E}" dt="2025-12-29T16:19:59.591" v="1705" actId="478"/>
          <ac:spMkLst>
            <pc:docMk/>
            <pc:sldMk cId="1132625230" sldId="423"/>
            <ac:spMk id="3" creationId="{A205412A-1D59-B2CA-6C51-EBBFE41D32D2}"/>
          </ac:spMkLst>
        </pc:spChg>
        <pc:spChg chg="del">
          <ac:chgData name="SONZOGNI Thomas UCI OC" userId="7c394e66-3a93-4bc4-9808-fc21bfae2f14" providerId="ADAL" clId="{96D839CD-0CBE-4890-B6A4-B440F4AEF84E}" dt="2025-12-29T16:20:01.960" v="1706" actId="478"/>
          <ac:spMkLst>
            <pc:docMk/>
            <pc:sldMk cId="1132625230" sldId="423"/>
            <ac:spMk id="10" creationId="{C6056D32-81C0-6044-7795-63A7D5AE84EE}"/>
          </ac:spMkLst>
        </pc:spChg>
        <pc:picChg chg="del">
          <ac:chgData name="SONZOGNI Thomas UCI OC" userId="7c394e66-3a93-4bc4-9808-fc21bfae2f14" providerId="ADAL" clId="{96D839CD-0CBE-4890-B6A4-B440F4AEF84E}" dt="2025-12-29T16:19:57.199" v="1704" actId="478"/>
          <ac:picMkLst>
            <pc:docMk/>
            <pc:sldMk cId="1132625230" sldId="423"/>
            <ac:picMk id="5" creationId="{A20B6A42-A455-C687-507C-11473715842E}"/>
          </ac:picMkLst>
        </pc:picChg>
        <pc:picChg chg="add mod">
          <ac:chgData name="SONZOGNI Thomas UCI OC" userId="7c394e66-3a93-4bc4-9808-fc21bfae2f14" providerId="ADAL" clId="{96D839CD-0CBE-4890-B6A4-B440F4AEF84E}" dt="2025-12-29T16:20:56.328" v="1714" actId="1076"/>
          <ac:picMkLst>
            <pc:docMk/>
            <pc:sldMk cId="1132625230" sldId="423"/>
            <ac:picMk id="6" creationId="{B629BDB0-38B1-65EB-E28E-7FC99D74E423}"/>
          </ac:picMkLst>
        </pc:picChg>
        <pc:picChg chg="mod">
          <ac:chgData name="SONZOGNI Thomas UCI OC" userId="7c394e66-3a93-4bc4-9808-fc21bfae2f14" providerId="ADAL" clId="{96D839CD-0CBE-4890-B6A4-B440F4AEF84E}" dt="2025-12-29T16:20:15.498" v="1711" actId="1076"/>
          <ac:picMkLst>
            <pc:docMk/>
            <pc:sldMk cId="1132625230" sldId="423"/>
            <ac:picMk id="8" creationId="{73A57B0B-AB3E-4395-3BB7-73D32C073FEF}"/>
          </ac:picMkLst>
        </pc:picChg>
      </pc:sldChg>
      <pc:sldChg chg="addSp delSp modSp add mod">
        <pc:chgData name="SONZOGNI Thomas UCI OC" userId="7c394e66-3a93-4bc4-9808-fc21bfae2f14" providerId="ADAL" clId="{96D839CD-0CBE-4890-B6A4-B440F4AEF84E}" dt="2025-12-29T16:29:06.549" v="1933" actId="1076"/>
        <pc:sldMkLst>
          <pc:docMk/>
          <pc:sldMk cId="130290245" sldId="424"/>
        </pc:sldMkLst>
        <pc:spChg chg="mod">
          <ac:chgData name="SONZOGNI Thomas UCI OC" userId="7c394e66-3a93-4bc4-9808-fc21bfae2f14" providerId="ADAL" clId="{96D839CD-0CBE-4890-B6A4-B440F4AEF84E}" dt="2025-12-29T16:25:01.663" v="1869" actId="14100"/>
          <ac:spMkLst>
            <pc:docMk/>
            <pc:sldMk cId="130290245" sldId="424"/>
            <ac:spMk id="2" creationId="{EA8A5E0A-8699-3F9C-4796-A780729D087B}"/>
          </ac:spMkLst>
        </pc:spChg>
        <pc:spChg chg="mod">
          <ac:chgData name="SONZOGNI Thomas UCI OC" userId="7c394e66-3a93-4bc4-9808-fc21bfae2f14" providerId="ADAL" clId="{96D839CD-0CBE-4890-B6A4-B440F4AEF84E}" dt="2025-12-29T16:24:51.778" v="1867" actId="1076"/>
          <ac:spMkLst>
            <pc:docMk/>
            <pc:sldMk cId="130290245" sldId="424"/>
            <ac:spMk id="4" creationId="{F6AA76EF-BBA9-3B56-5BFE-7ACC0335E38E}"/>
          </ac:spMkLst>
        </pc:spChg>
        <pc:spChg chg="del">
          <ac:chgData name="SONZOGNI Thomas UCI OC" userId="7c394e66-3a93-4bc4-9808-fc21bfae2f14" providerId="ADAL" clId="{96D839CD-0CBE-4890-B6A4-B440F4AEF84E}" dt="2025-12-29T16:24:55.821" v="1868" actId="478"/>
          <ac:spMkLst>
            <pc:docMk/>
            <pc:sldMk cId="130290245" sldId="424"/>
            <ac:spMk id="10" creationId="{F3248B35-1929-B223-5222-8F6001618B0C}"/>
          </ac:spMkLst>
        </pc:spChg>
        <pc:spChg chg="add mod">
          <ac:chgData name="SONZOGNI Thomas UCI OC" userId="7c394e66-3a93-4bc4-9808-fc21bfae2f14" providerId="ADAL" clId="{96D839CD-0CBE-4890-B6A4-B440F4AEF84E}" dt="2025-12-29T16:26:58.253" v="1891" actId="1076"/>
          <ac:spMkLst>
            <pc:docMk/>
            <pc:sldMk cId="130290245" sldId="424"/>
            <ac:spMk id="12" creationId="{344A2A53-0F82-A0EB-89D3-06E1E425A2B3}"/>
          </ac:spMkLst>
        </pc:spChg>
        <pc:spChg chg="add mod">
          <ac:chgData name="SONZOGNI Thomas UCI OC" userId="7c394e66-3a93-4bc4-9808-fc21bfae2f14" providerId="ADAL" clId="{96D839CD-0CBE-4890-B6A4-B440F4AEF84E}" dt="2025-12-29T16:27:07.363" v="1895" actId="20577"/>
          <ac:spMkLst>
            <pc:docMk/>
            <pc:sldMk cId="130290245" sldId="424"/>
            <ac:spMk id="13" creationId="{63B46897-8E3D-C178-BF45-EA0673AA3773}"/>
          </ac:spMkLst>
        </pc:spChg>
        <pc:spChg chg="add mod">
          <ac:chgData name="SONZOGNI Thomas UCI OC" userId="7c394e66-3a93-4bc4-9808-fc21bfae2f14" providerId="ADAL" clId="{96D839CD-0CBE-4890-B6A4-B440F4AEF84E}" dt="2025-12-29T16:27:48.514" v="1912" actId="20577"/>
          <ac:spMkLst>
            <pc:docMk/>
            <pc:sldMk cId="130290245" sldId="424"/>
            <ac:spMk id="14" creationId="{6DBF27C8-1F24-AC59-ADDB-B8275A1C3E3C}"/>
          </ac:spMkLst>
        </pc:spChg>
        <pc:spChg chg="add mod">
          <ac:chgData name="SONZOGNI Thomas UCI OC" userId="7c394e66-3a93-4bc4-9808-fc21bfae2f14" providerId="ADAL" clId="{96D839CD-0CBE-4890-B6A4-B440F4AEF84E}" dt="2025-12-29T16:27:52.026" v="1914" actId="20577"/>
          <ac:spMkLst>
            <pc:docMk/>
            <pc:sldMk cId="130290245" sldId="424"/>
            <ac:spMk id="15" creationId="{D8F6886A-1AC3-5EDD-6C82-8CEDEF464194}"/>
          </ac:spMkLst>
        </pc:spChg>
        <pc:spChg chg="add mod">
          <ac:chgData name="SONZOGNI Thomas UCI OC" userId="7c394e66-3a93-4bc4-9808-fc21bfae2f14" providerId="ADAL" clId="{96D839CD-0CBE-4890-B6A4-B440F4AEF84E}" dt="2025-12-29T16:27:56.531" v="1916" actId="20577"/>
          <ac:spMkLst>
            <pc:docMk/>
            <pc:sldMk cId="130290245" sldId="424"/>
            <ac:spMk id="16" creationId="{6127873D-157F-1958-A7CF-C33513325A1B}"/>
          </ac:spMkLst>
        </pc:spChg>
        <pc:spChg chg="add mod">
          <ac:chgData name="SONZOGNI Thomas UCI OC" userId="7c394e66-3a93-4bc4-9808-fc21bfae2f14" providerId="ADAL" clId="{96D839CD-0CBE-4890-B6A4-B440F4AEF84E}" dt="2025-12-29T16:28:30.976" v="1921" actId="1076"/>
          <ac:spMkLst>
            <pc:docMk/>
            <pc:sldMk cId="130290245" sldId="424"/>
            <ac:spMk id="17" creationId="{BC403062-B824-01D8-1BAD-9BF06B9D35E0}"/>
          </ac:spMkLst>
        </pc:spChg>
        <pc:spChg chg="add mod">
          <ac:chgData name="SONZOGNI Thomas UCI OC" userId="7c394e66-3a93-4bc4-9808-fc21bfae2f14" providerId="ADAL" clId="{96D839CD-0CBE-4890-B6A4-B440F4AEF84E}" dt="2025-12-29T16:28:34.393" v="1922" actId="1076"/>
          <ac:spMkLst>
            <pc:docMk/>
            <pc:sldMk cId="130290245" sldId="424"/>
            <ac:spMk id="18" creationId="{0BA6593D-D559-4F05-3175-419946740114}"/>
          </ac:spMkLst>
        </pc:spChg>
        <pc:spChg chg="add mod">
          <ac:chgData name="SONZOGNI Thomas UCI OC" userId="7c394e66-3a93-4bc4-9808-fc21bfae2f14" providerId="ADAL" clId="{96D839CD-0CBE-4890-B6A4-B440F4AEF84E}" dt="2025-12-29T16:28:42.439" v="1925" actId="1076"/>
          <ac:spMkLst>
            <pc:docMk/>
            <pc:sldMk cId="130290245" sldId="424"/>
            <ac:spMk id="19" creationId="{EB48A795-01BF-DA37-EDC6-52BD405C11FB}"/>
          </ac:spMkLst>
        </pc:spChg>
        <pc:spChg chg="add mod">
          <ac:chgData name="SONZOGNI Thomas UCI OC" userId="7c394e66-3a93-4bc4-9808-fc21bfae2f14" providerId="ADAL" clId="{96D839CD-0CBE-4890-B6A4-B440F4AEF84E}" dt="2025-12-29T16:29:06.549" v="1933" actId="1076"/>
          <ac:spMkLst>
            <pc:docMk/>
            <pc:sldMk cId="130290245" sldId="424"/>
            <ac:spMk id="20" creationId="{736BFD7C-35FF-9109-508A-155F3D0D9CCB}"/>
          </ac:spMkLst>
        </pc:spChg>
        <pc:spChg chg="add mod">
          <ac:chgData name="SONZOGNI Thomas UCI OC" userId="7c394e66-3a93-4bc4-9808-fc21bfae2f14" providerId="ADAL" clId="{96D839CD-0CBE-4890-B6A4-B440F4AEF84E}" dt="2025-12-29T16:29:03.574" v="1932" actId="1076"/>
          <ac:spMkLst>
            <pc:docMk/>
            <pc:sldMk cId="130290245" sldId="424"/>
            <ac:spMk id="21" creationId="{4E1451C4-20C4-8950-7CC8-42924EA7C916}"/>
          </ac:spMkLst>
        </pc:spChg>
        <pc:picChg chg="add del mod">
          <ac:chgData name="SONZOGNI Thomas UCI OC" userId="7c394e66-3a93-4bc4-9808-fc21bfae2f14" providerId="ADAL" clId="{96D839CD-0CBE-4890-B6A4-B440F4AEF84E}" dt="2025-12-29T16:25:33.786" v="1873" actId="478"/>
          <ac:picMkLst>
            <pc:docMk/>
            <pc:sldMk cId="130290245" sldId="424"/>
            <ac:picMk id="5" creationId="{A5198671-479A-EE78-AC59-6638F5C15160}"/>
          </ac:picMkLst>
        </pc:picChg>
        <pc:picChg chg="del">
          <ac:chgData name="SONZOGNI Thomas UCI OC" userId="7c394e66-3a93-4bc4-9808-fc21bfae2f14" providerId="ADAL" clId="{96D839CD-0CBE-4890-B6A4-B440F4AEF84E}" dt="2025-12-29T16:23:34.660" v="1757" actId="478"/>
          <ac:picMkLst>
            <pc:docMk/>
            <pc:sldMk cId="130290245" sldId="424"/>
            <ac:picMk id="6" creationId="{7A17B128-DAA3-E846-4BFA-7E7B21FF8513}"/>
          </ac:picMkLst>
        </pc:picChg>
        <pc:picChg chg="add mod">
          <ac:chgData name="SONZOGNI Thomas UCI OC" userId="7c394e66-3a93-4bc4-9808-fc21bfae2f14" providerId="ADAL" clId="{96D839CD-0CBE-4890-B6A4-B440F4AEF84E}" dt="2025-12-29T16:26:34.388" v="1885" actId="1076"/>
          <ac:picMkLst>
            <pc:docMk/>
            <pc:sldMk cId="130290245" sldId="424"/>
            <ac:picMk id="8" creationId="{26C10615-C3E0-4FB1-583E-FCC388FA4B2C}"/>
          </ac:picMkLst>
        </pc:picChg>
        <pc:picChg chg="add mod">
          <ac:chgData name="SONZOGNI Thomas UCI OC" userId="7c394e66-3a93-4bc4-9808-fc21bfae2f14" providerId="ADAL" clId="{96D839CD-0CBE-4890-B6A4-B440F4AEF84E}" dt="2025-12-29T16:26:37.993" v="1886" actId="1076"/>
          <ac:picMkLst>
            <pc:docMk/>
            <pc:sldMk cId="130290245" sldId="424"/>
            <ac:picMk id="11" creationId="{DCB8FC92-7438-BEEA-AB67-7ABFE123862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E7829D4B-412A-499A-8D4F-B904ADB5D0BE}" type="datetime1">
              <a:rPr lang="fr-FR" smtClean="0"/>
              <a:t>30/12/2025</a:t>
            </a:fld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E2C230DF-5933-439D-898F-38E9AC9BA688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8" name="Espace réservé de l’en-têt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CE360E1-1F2F-4ECC-8A8D-37670FD54F5F}" type="datetime1">
              <a:rPr lang="fr-FR" smtClean="0"/>
              <a:t>30/12/2025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A89C7E07-3C67-C64C-8DA0-0404F630397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FBBEA-70D4-382D-A9BB-867888CCD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2909579-BB97-7A8B-FF54-CD33E2B74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878A1DC-7FE9-6F58-AFE2-4245BD126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5C91ED-2BCC-96B4-814C-CBFA17F2F4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199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C7A85-632D-82D7-F087-99DD9BFB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BFAD417D-C48E-986E-B273-1EEB1101A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98BB843-E639-D0EA-A1EC-14CACC424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EBCFD8-BB1D-05B5-F578-1F1C9139B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2014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FB06-128E-DF9A-C7CA-BF5DDD4C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28DF4B2-8875-7B2B-69A9-7A0877959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AD5CAD4-2E50-5D3A-404C-30F51AEB1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3EF2BD-2A39-5423-71A7-F4622B5A3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2509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4AEE4-33F9-9CCA-889E-45047254A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B4BC8E3-98B1-4512-84CB-867D6AD47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BEEA6D6-6F0A-321A-3D22-38D05D7B8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A69AEB-2566-0036-7F47-F854FFE35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0825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8A41-FB68-CB3F-486E-B1EE3568C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C892E76-8689-E0AA-3FA2-1CCCED721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12FEF32-CD36-8715-7BAB-4D80AC6A4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398341-3AFA-89CD-F7F9-856F3185A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6496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79C7-CD6E-DFFB-4F86-5B4F5474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97E71FF-E045-E564-BE19-229B7635E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5EFE50B-400C-1495-D5E0-E0832F011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505B36-5DD4-FFFA-1BCE-0C2C67366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9207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9434-E7F4-B4CA-4AA2-769508EA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4D5188A-1E81-0F76-5635-5FB39048D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326D42-E3CE-4D7D-BA1B-C104C1FEB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8C4A66-D431-57B6-AF38-3A93559AA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4674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4133-0B4B-86AC-8847-85EBAB2D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9B6B3AF-CD03-21CC-E5CB-BCD9BA7A4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20E14B9-A7A8-729B-C288-41DC626D6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b="1" dirty="0"/>
              <a:t>Cluster 0 — Pays à faible revenus, peu urbanisés, production agricole limitée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Faible PIB/habitant, faible urbanisation, forte population → marchés peu solvables</a:t>
            </a:r>
          </a:p>
          <a:p>
            <a:r>
              <a:rPr lang="fr-FR" dirty="0"/>
              <a:t>Très faible production animale et céréalière</a:t>
            </a:r>
          </a:p>
          <a:p>
            <a:r>
              <a:rPr lang="fr-FR" dirty="0"/>
              <a:t>Très faibles niveaux d’import/export agroalimentaires</a:t>
            </a:r>
          </a:p>
          <a:p>
            <a:r>
              <a:rPr lang="fr-FR" b="1" dirty="0"/>
              <a:t>Opportunité export : faible</a:t>
            </a:r>
            <a:br>
              <a:rPr lang="fr-FR" dirty="0"/>
            </a:br>
            <a:r>
              <a:rPr lang="fr-FR" dirty="0"/>
              <a:t>→ marchés difficiles, pouvoir d’achat limité, infrastructures faibles.</a:t>
            </a:r>
          </a:p>
          <a:p>
            <a:r>
              <a:rPr lang="fr-FR" b="1" dirty="0"/>
              <a:t>Cluster 1 — Pays intermédiaires urbanisés, production animale forte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moyen+, urbanisation élevée</a:t>
            </a:r>
          </a:p>
          <a:p>
            <a:r>
              <a:rPr lang="fr-FR" dirty="0"/>
              <a:t>Forte production animale (</a:t>
            </a:r>
            <a:r>
              <a:rPr lang="fr-FR" dirty="0" err="1"/>
              <a:t>livestock</a:t>
            </a:r>
            <a:r>
              <a:rPr lang="fr-FR" dirty="0"/>
              <a:t>, </a:t>
            </a:r>
            <a:r>
              <a:rPr lang="fr-FR" dirty="0" err="1"/>
              <a:t>slaughtered</a:t>
            </a:r>
            <a:r>
              <a:rPr lang="fr-FR" dirty="0"/>
              <a:t>)</a:t>
            </a:r>
          </a:p>
          <a:p>
            <a:r>
              <a:rPr lang="fr-FR" dirty="0"/>
              <a:t>Importations céréalières modérées</a:t>
            </a:r>
          </a:p>
          <a:p>
            <a:r>
              <a:rPr lang="fr-FR" dirty="0"/>
              <a:t>Plutôt équilibrés en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peuvent importer du poulet transformé / premium, mais ont déjà une filière locale solide.</a:t>
            </a:r>
          </a:p>
          <a:p>
            <a:r>
              <a:rPr lang="fr-FR" b="1" dirty="0"/>
              <a:t>Cluster 2 — Petits pays développés, très productifs et grands exportateurs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élevé</a:t>
            </a:r>
          </a:p>
          <a:p>
            <a:r>
              <a:rPr lang="fr-FR" dirty="0"/>
              <a:t>Très forte production céréalière et exportations</a:t>
            </a:r>
          </a:p>
          <a:p>
            <a:r>
              <a:rPr lang="fr-FR" dirty="0"/>
              <a:t>Très forte production agricole par habitant</a:t>
            </a:r>
          </a:p>
          <a:p>
            <a:r>
              <a:rPr lang="fr-FR" dirty="0"/>
              <a:t>Stabilité politique correcte</a:t>
            </a:r>
          </a:p>
          <a:p>
            <a:r>
              <a:rPr lang="fr-FR" b="1" dirty="0"/>
              <a:t>Opportunité export : faible à moyenne</a:t>
            </a:r>
            <a:br>
              <a:rPr lang="fr-FR" dirty="0"/>
            </a:br>
            <a:r>
              <a:rPr lang="fr-FR" dirty="0"/>
              <a:t>→ ils produisent déjà beaucoup, sont autosuffisants et exportateurs.</a:t>
            </a:r>
          </a:p>
          <a:p>
            <a:r>
              <a:rPr lang="fr-FR" b="1" dirty="0"/>
              <a:t>Cluster 3 — Pays riches, stables, urbanisés, mais peu productifs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Très haut PIB</a:t>
            </a:r>
          </a:p>
          <a:p>
            <a:r>
              <a:rPr lang="fr-FR" dirty="0"/>
              <a:t>Stabilité politique élevée</a:t>
            </a:r>
          </a:p>
          <a:p>
            <a:r>
              <a:rPr lang="fr-FR" dirty="0"/>
              <a:t>Très urbains</a:t>
            </a:r>
          </a:p>
          <a:p>
            <a:r>
              <a:rPr lang="fr-FR" dirty="0"/>
              <a:t>Production agricole faible</a:t>
            </a:r>
          </a:p>
          <a:p>
            <a:r>
              <a:rPr lang="fr-FR" dirty="0"/>
              <a:t>Forte dépendance aux importations alimentaires</a:t>
            </a:r>
          </a:p>
          <a:p>
            <a:r>
              <a:rPr lang="fr-FR" b="1" dirty="0"/>
              <a:t>Opportunité export : très forte</a:t>
            </a:r>
            <a:br>
              <a:rPr lang="fr-FR" dirty="0"/>
            </a:br>
            <a:r>
              <a:rPr lang="fr-FR" dirty="0"/>
              <a:t>→ pays riches à faible production → </a:t>
            </a:r>
            <a:r>
              <a:rPr lang="fr-FR" b="1" dirty="0"/>
              <a:t>importateurs naturels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(Exemples typiques : Luxembourg, Suisse, Qatar…)</a:t>
            </a:r>
          </a:p>
          <a:p>
            <a:r>
              <a:rPr lang="fr-FR" b="1" dirty="0"/>
              <a:t>Cluster 4 — Pays émergents stables mais à faible capacité agricole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</a:t>
            </a:r>
          </a:p>
          <a:p>
            <a:r>
              <a:rPr lang="fr-FR" dirty="0"/>
              <a:t>Stabilité correcte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Productions animales et céréalières faibles</a:t>
            </a:r>
          </a:p>
          <a:p>
            <a:r>
              <a:rPr lang="fr-FR" dirty="0"/>
              <a:t>Faible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croissance possible mais pouvoir d’achat parfois limité.</a:t>
            </a:r>
          </a:p>
          <a:p>
            <a:r>
              <a:rPr lang="fr-FR" b="1" dirty="0"/>
              <a:t>Cluster 5 — Pays très riches et très ouverts au commerce, grands importateurs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très élevé</a:t>
            </a:r>
          </a:p>
          <a:p>
            <a:r>
              <a:rPr lang="fr-FR" dirty="0"/>
              <a:t>Stabilité politique forte</a:t>
            </a:r>
          </a:p>
          <a:p>
            <a:r>
              <a:rPr lang="fr-FR" dirty="0"/>
              <a:t>Forte urbanisation</a:t>
            </a:r>
          </a:p>
          <a:p>
            <a:r>
              <a:rPr lang="fr-FR" dirty="0"/>
              <a:t>Très fortes importations (céréales et avicoles)</a:t>
            </a:r>
          </a:p>
          <a:p>
            <a:r>
              <a:rPr lang="fr-FR" dirty="0"/>
              <a:t>Très faible production agricole locale</a:t>
            </a:r>
          </a:p>
          <a:p>
            <a:r>
              <a:rPr lang="fr-FR" dirty="0"/>
              <a:t>Très forte dépendance alimentaire</a:t>
            </a:r>
          </a:p>
          <a:p>
            <a:r>
              <a:rPr lang="fr-FR" dirty="0"/>
              <a:t>**Opportunité export : </a:t>
            </a:r>
            <a:r>
              <a:rPr lang="fr-FR" b="1" dirty="0"/>
              <a:t>EXCELLENTE</a:t>
            </a:r>
            <a:br>
              <a:rPr lang="fr-FR" dirty="0"/>
            </a:br>
            <a:r>
              <a:rPr lang="fr-FR" dirty="0"/>
              <a:t>→ Ce sont les </a:t>
            </a:r>
            <a:r>
              <a:rPr lang="fr-FR" b="1" dirty="0"/>
              <a:t>marchés premium importateurs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→ Exemple : pays du Golfe, certains micro-États riches, Singapour…</a:t>
            </a:r>
          </a:p>
          <a:p>
            <a:r>
              <a:rPr lang="fr-FR" b="1" dirty="0"/>
              <a:t>Cluster 6 — Pays très peu stables, populations importantes, production faible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Stabilité politique faible</a:t>
            </a:r>
          </a:p>
          <a:p>
            <a:r>
              <a:rPr lang="fr-FR" dirty="0"/>
              <a:t>Très forte population</a:t>
            </a:r>
          </a:p>
          <a:p>
            <a:r>
              <a:rPr lang="fr-FR" dirty="0"/>
              <a:t>Faible production agricole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Import/export faibles</a:t>
            </a:r>
          </a:p>
          <a:p>
            <a:r>
              <a:rPr lang="fr-FR" b="1" dirty="0"/>
              <a:t>Opportunité export : très faible</a:t>
            </a:r>
            <a:br>
              <a:rPr lang="fr-FR" dirty="0"/>
            </a:br>
            <a:r>
              <a:rPr lang="fr-FR" dirty="0"/>
              <a:t>→ Risques élevés, infrastructures faibles.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879566-960B-D5A7-C3CD-625B9516EF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46814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2DA2-F823-5983-C585-F76A265A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238B4FF-5814-7906-878B-BE0E5B5BC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6257F27-7E45-D15B-6ECB-8D2798A61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b="1" dirty="0"/>
              <a:t>Cluster 0 — Pays à faible revenus, peu urbanisés, production agricole limitée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Faible PIB/habitant, faible urbanisation, forte population → marchés peu solvables</a:t>
            </a:r>
          </a:p>
          <a:p>
            <a:r>
              <a:rPr lang="fr-FR" dirty="0"/>
              <a:t>Très faible production animale et céréalière</a:t>
            </a:r>
          </a:p>
          <a:p>
            <a:r>
              <a:rPr lang="fr-FR" dirty="0"/>
              <a:t>Très faibles niveaux d’import/export agroalimentaires</a:t>
            </a:r>
          </a:p>
          <a:p>
            <a:r>
              <a:rPr lang="fr-FR" b="1" dirty="0"/>
              <a:t>Opportunité export : faible</a:t>
            </a:r>
            <a:br>
              <a:rPr lang="fr-FR" dirty="0"/>
            </a:br>
            <a:r>
              <a:rPr lang="fr-FR" dirty="0"/>
              <a:t>→ marchés difficiles, pouvoir d’achat limité, infrastructures faibles.</a:t>
            </a:r>
          </a:p>
          <a:p>
            <a:r>
              <a:rPr lang="fr-FR" b="1" dirty="0"/>
              <a:t>Cluster 1 — Pays intermédiaires urbanisés, production animale forte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moyen+, urbanisation élevée</a:t>
            </a:r>
          </a:p>
          <a:p>
            <a:r>
              <a:rPr lang="fr-FR" dirty="0"/>
              <a:t>Forte production animale (</a:t>
            </a:r>
            <a:r>
              <a:rPr lang="fr-FR" dirty="0" err="1"/>
              <a:t>livestock</a:t>
            </a:r>
            <a:r>
              <a:rPr lang="fr-FR" dirty="0"/>
              <a:t>, </a:t>
            </a:r>
            <a:r>
              <a:rPr lang="fr-FR" dirty="0" err="1"/>
              <a:t>slaughtered</a:t>
            </a:r>
            <a:r>
              <a:rPr lang="fr-FR" dirty="0"/>
              <a:t>)</a:t>
            </a:r>
          </a:p>
          <a:p>
            <a:r>
              <a:rPr lang="fr-FR" dirty="0"/>
              <a:t>Importations céréalières modérées</a:t>
            </a:r>
          </a:p>
          <a:p>
            <a:r>
              <a:rPr lang="fr-FR" dirty="0"/>
              <a:t>Plutôt équilibrés en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peuvent importer du poulet transformé / premium, mais ont déjà une filière locale solide.</a:t>
            </a:r>
          </a:p>
          <a:p>
            <a:r>
              <a:rPr lang="fr-FR" b="1" dirty="0"/>
              <a:t>Cluster 2 — Petits pays développés, très productifs et grands exportateurs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élevé</a:t>
            </a:r>
          </a:p>
          <a:p>
            <a:r>
              <a:rPr lang="fr-FR" dirty="0"/>
              <a:t>Très forte production céréalière et exportations</a:t>
            </a:r>
          </a:p>
          <a:p>
            <a:r>
              <a:rPr lang="fr-FR" dirty="0"/>
              <a:t>Très forte production agricole par habitant</a:t>
            </a:r>
          </a:p>
          <a:p>
            <a:r>
              <a:rPr lang="fr-FR" dirty="0"/>
              <a:t>Stabilité politique correcte</a:t>
            </a:r>
          </a:p>
          <a:p>
            <a:r>
              <a:rPr lang="fr-FR" b="1" dirty="0"/>
              <a:t>Opportunité export : faible à moyenne</a:t>
            </a:r>
            <a:br>
              <a:rPr lang="fr-FR" dirty="0"/>
            </a:br>
            <a:r>
              <a:rPr lang="fr-FR" dirty="0"/>
              <a:t>→ ils produisent déjà beaucoup, sont autosuffisants et exportateurs.</a:t>
            </a:r>
          </a:p>
          <a:p>
            <a:r>
              <a:rPr lang="fr-FR" b="1" dirty="0"/>
              <a:t>Cluster 3 — Pays riches, stables, urbanisés, mais peu productifs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Très haut PIB</a:t>
            </a:r>
          </a:p>
          <a:p>
            <a:r>
              <a:rPr lang="fr-FR" dirty="0"/>
              <a:t>Stabilité politique élevée</a:t>
            </a:r>
          </a:p>
          <a:p>
            <a:r>
              <a:rPr lang="fr-FR" dirty="0"/>
              <a:t>Très urbains</a:t>
            </a:r>
          </a:p>
          <a:p>
            <a:r>
              <a:rPr lang="fr-FR" dirty="0"/>
              <a:t>Production agricole faible</a:t>
            </a:r>
          </a:p>
          <a:p>
            <a:r>
              <a:rPr lang="fr-FR" dirty="0"/>
              <a:t>Forte dépendance aux importations alimentaires</a:t>
            </a:r>
          </a:p>
          <a:p>
            <a:r>
              <a:rPr lang="fr-FR" b="1" dirty="0"/>
              <a:t>Opportunité export : très forte</a:t>
            </a:r>
            <a:br>
              <a:rPr lang="fr-FR" dirty="0"/>
            </a:br>
            <a:r>
              <a:rPr lang="fr-FR" dirty="0"/>
              <a:t>→ pays riches à faible production → </a:t>
            </a:r>
            <a:r>
              <a:rPr lang="fr-FR" b="1" dirty="0"/>
              <a:t>importateurs naturels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(Exemples typiques : Luxembourg, Suisse, Qatar…)</a:t>
            </a:r>
          </a:p>
          <a:p>
            <a:r>
              <a:rPr lang="fr-FR" b="1" dirty="0"/>
              <a:t>Cluster 4 — Pays émergents stables mais à faible capacité agricole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</a:t>
            </a:r>
          </a:p>
          <a:p>
            <a:r>
              <a:rPr lang="fr-FR" dirty="0"/>
              <a:t>Stabilité correcte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Productions animales et céréalières faibles</a:t>
            </a:r>
          </a:p>
          <a:p>
            <a:r>
              <a:rPr lang="fr-FR" dirty="0"/>
              <a:t>Faible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croissance possible mais pouvoir d’achat parfois limité.</a:t>
            </a:r>
          </a:p>
          <a:p>
            <a:r>
              <a:rPr lang="fr-FR" b="1" dirty="0"/>
              <a:t>Cluster 5 — Pays très riches et très ouverts au commerce, grands importateurs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très élevé</a:t>
            </a:r>
          </a:p>
          <a:p>
            <a:r>
              <a:rPr lang="fr-FR" dirty="0"/>
              <a:t>Stabilité politique forte</a:t>
            </a:r>
          </a:p>
          <a:p>
            <a:r>
              <a:rPr lang="fr-FR" dirty="0"/>
              <a:t>Forte urbanisation</a:t>
            </a:r>
          </a:p>
          <a:p>
            <a:r>
              <a:rPr lang="fr-FR" dirty="0"/>
              <a:t>Très fortes importations (céréales et avicoles)</a:t>
            </a:r>
          </a:p>
          <a:p>
            <a:r>
              <a:rPr lang="fr-FR" dirty="0"/>
              <a:t>Très faible production agricole locale</a:t>
            </a:r>
          </a:p>
          <a:p>
            <a:r>
              <a:rPr lang="fr-FR" dirty="0"/>
              <a:t>Très forte dépendance alimentaire</a:t>
            </a:r>
          </a:p>
          <a:p>
            <a:r>
              <a:rPr lang="fr-FR" dirty="0"/>
              <a:t>**Opportunité export : </a:t>
            </a:r>
            <a:r>
              <a:rPr lang="fr-FR" b="1" dirty="0"/>
              <a:t>EXCELLENTE</a:t>
            </a:r>
            <a:br>
              <a:rPr lang="fr-FR" dirty="0"/>
            </a:br>
            <a:r>
              <a:rPr lang="fr-FR" dirty="0"/>
              <a:t>→ Ce sont les </a:t>
            </a:r>
            <a:r>
              <a:rPr lang="fr-FR" b="1" dirty="0"/>
              <a:t>marchés premium importateurs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→ Exemple : pays du Golfe, certains micro-États riches, Singapour…</a:t>
            </a:r>
          </a:p>
          <a:p>
            <a:r>
              <a:rPr lang="fr-FR" b="1" dirty="0"/>
              <a:t>Cluster 6 — Pays très peu stables, populations importantes, production faible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Stabilité politique faible</a:t>
            </a:r>
          </a:p>
          <a:p>
            <a:r>
              <a:rPr lang="fr-FR" dirty="0"/>
              <a:t>Très forte population</a:t>
            </a:r>
          </a:p>
          <a:p>
            <a:r>
              <a:rPr lang="fr-FR" dirty="0"/>
              <a:t>Faible production agricole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Import/export faibles</a:t>
            </a:r>
          </a:p>
          <a:p>
            <a:r>
              <a:rPr lang="fr-FR" b="1" dirty="0"/>
              <a:t>Opportunité export : très faible</a:t>
            </a:r>
            <a:br>
              <a:rPr lang="fr-FR" dirty="0"/>
            </a:br>
            <a:r>
              <a:rPr lang="fr-FR" dirty="0"/>
              <a:t>→ Risques élevés, infrastructures faibles.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7D66CE-6DE7-AEFE-4EF0-DBA87826B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3112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4B4BF-D2F7-7AC7-5DD5-25F26E08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6BE1EF5-374D-31C2-06AD-F9B651598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AB0E1DF-9D8D-B5FB-9541-A2B97FCB1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AAE3DA-1A01-EC41-0AE0-6E753C3D0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6177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0BC09-B764-D47C-A6C1-E8945561D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010EEDC1-9E8A-8CCB-3A17-5A984A2B0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2E8C293-9AB0-362D-B59F-4B1A7867F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b="1" dirty="0"/>
              <a:t>Cluster 0 — Pays à faible revenus, peu urbanisés, production agricole limitée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Faible PIB/habitant, faible urbanisation, forte population → marchés peu solvables</a:t>
            </a:r>
          </a:p>
          <a:p>
            <a:r>
              <a:rPr lang="fr-FR" dirty="0"/>
              <a:t>Très faible production animale et céréalière</a:t>
            </a:r>
          </a:p>
          <a:p>
            <a:r>
              <a:rPr lang="fr-FR" dirty="0"/>
              <a:t>Très faibles niveaux d’import/export agroalimentaires</a:t>
            </a:r>
          </a:p>
          <a:p>
            <a:r>
              <a:rPr lang="fr-FR" b="1" dirty="0"/>
              <a:t>Opportunité export : faible</a:t>
            </a:r>
            <a:br>
              <a:rPr lang="fr-FR" dirty="0"/>
            </a:br>
            <a:r>
              <a:rPr lang="fr-FR" dirty="0"/>
              <a:t>→ marchés difficiles, pouvoir d’achat limité, infrastructures faibles.</a:t>
            </a:r>
          </a:p>
          <a:p>
            <a:r>
              <a:rPr lang="fr-FR" b="1" dirty="0"/>
              <a:t>Cluster 1 — Pays intermédiaires urbanisés, production animale forte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moyen+, urbanisation élevée</a:t>
            </a:r>
          </a:p>
          <a:p>
            <a:r>
              <a:rPr lang="fr-FR" dirty="0"/>
              <a:t>Forte production animale (</a:t>
            </a:r>
            <a:r>
              <a:rPr lang="fr-FR" dirty="0" err="1"/>
              <a:t>livestock</a:t>
            </a:r>
            <a:r>
              <a:rPr lang="fr-FR" dirty="0"/>
              <a:t>, </a:t>
            </a:r>
            <a:r>
              <a:rPr lang="fr-FR" dirty="0" err="1"/>
              <a:t>slaughtered</a:t>
            </a:r>
            <a:r>
              <a:rPr lang="fr-FR" dirty="0"/>
              <a:t>)</a:t>
            </a:r>
          </a:p>
          <a:p>
            <a:r>
              <a:rPr lang="fr-FR" dirty="0"/>
              <a:t>Importations céréalières modérées</a:t>
            </a:r>
          </a:p>
          <a:p>
            <a:r>
              <a:rPr lang="fr-FR" dirty="0"/>
              <a:t>Plutôt équilibrés en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peuvent importer du poulet transformé / premium, mais ont déjà une filière locale solide.</a:t>
            </a:r>
          </a:p>
          <a:p>
            <a:r>
              <a:rPr lang="fr-FR" b="1" dirty="0"/>
              <a:t>Cluster 2 — Petits pays développés, très productifs et grands exportateurs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élevé</a:t>
            </a:r>
          </a:p>
          <a:p>
            <a:r>
              <a:rPr lang="fr-FR" dirty="0"/>
              <a:t>Très forte production céréalière et exportations</a:t>
            </a:r>
          </a:p>
          <a:p>
            <a:r>
              <a:rPr lang="fr-FR" dirty="0"/>
              <a:t>Très forte production agricole par habitant</a:t>
            </a:r>
          </a:p>
          <a:p>
            <a:r>
              <a:rPr lang="fr-FR" dirty="0"/>
              <a:t>Stabilité politique correcte</a:t>
            </a:r>
          </a:p>
          <a:p>
            <a:r>
              <a:rPr lang="fr-FR" b="1" dirty="0"/>
              <a:t>Opportunité export : faible à moyenne</a:t>
            </a:r>
            <a:br>
              <a:rPr lang="fr-FR" dirty="0"/>
            </a:br>
            <a:r>
              <a:rPr lang="fr-FR" dirty="0"/>
              <a:t>→ ils produisent déjà beaucoup, sont autosuffisants et exportateurs.</a:t>
            </a:r>
          </a:p>
          <a:p>
            <a:r>
              <a:rPr lang="fr-FR" b="1" dirty="0"/>
              <a:t>Cluster 3 — Pays riches, stables, urbanisés, mais peu productifs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Très haut PIB</a:t>
            </a:r>
          </a:p>
          <a:p>
            <a:r>
              <a:rPr lang="fr-FR" dirty="0"/>
              <a:t>Stabilité politique élevée</a:t>
            </a:r>
          </a:p>
          <a:p>
            <a:r>
              <a:rPr lang="fr-FR" dirty="0"/>
              <a:t>Très urbains</a:t>
            </a:r>
          </a:p>
          <a:p>
            <a:r>
              <a:rPr lang="fr-FR" dirty="0"/>
              <a:t>Production agricole faible</a:t>
            </a:r>
          </a:p>
          <a:p>
            <a:r>
              <a:rPr lang="fr-FR" dirty="0"/>
              <a:t>Forte dépendance aux importations alimentaires</a:t>
            </a:r>
          </a:p>
          <a:p>
            <a:r>
              <a:rPr lang="fr-FR" b="1" dirty="0"/>
              <a:t>Opportunité export : très forte</a:t>
            </a:r>
            <a:br>
              <a:rPr lang="fr-FR" dirty="0"/>
            </a:br>
            <a:r>
              <a:rPr lang="fr-FR" dirty="0"/>
              <a:t>→ pays riches à faible production → </a:t>
            </a:r>
            <a:r>
              <a:rPr lang="fr-FR" b="1" dirty="0"/>
              <a:t>importateurs naturels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(Exemples typiques : Luxembourg, Suisse, Qatar…)</a:t>
            </a:r>
          </a:p>
          <a:p>
            <a:r>
              <a:rPr lang="fr-FR" b="1" dirty="0"/>
              <a:t>Cluster 4 — Pays émergents stables mais à faible capacité agricole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</a:t>
            </a:r>
          </a:p>
          <a:p>
            <a:r>
              <a:rPr lang="fr-FR" dirty="0"/>
              <a:t>Stabilité correcte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Productions animales et céréalières faibles</a:t>
            </a:r>
          </a:p>
          <a:p>
            <a:r>
              <a:rPr lang="fr-FR" dirty="0"/>
              <a:t>Faible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croissance possible mais pouvoir d’achat parfois limité.</a:t>
            </a:r>
          </a:p>
          <a:p>
            <a:r>
              <a:rPr lang="fr-FR" b="1" dirty="0"/>
              <a:t>Cluster 5 — Pays très riches et très ouverts au commerce, grands importateurs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très élevé</a:t>
            </a:r>
          </a:p>
          <a:p>
            <a:r>
              <a:rPr lang="fr-FR" dirty="0"/>
              <a:t>Stabilité politique forte</a:t>
            </a:r>
          </a:p>
          <a:p>
            <a:r>
              <a:rPr lang="fr-FR" dirty="0"/>
              <a:t>Forte urbanisation</a:t>
            </a:r>
          </a:p>
          <a:p>
            <a:r>
              <a:rPr lang="fr-FR" dirty="0"/>
              <a:t>Très fortes importations (céréales et avicoles)</a:t>
            </a:r>
          </a:p>
          <a:p>
            <a:r>
              <a:rPr lang="fr-FR" dirty="0"/>
              <a:t>Très faible production agricole locale</a:t>
            </a:r>
          </a:p>
          <a:p>
            <a:r>
              <a:rPr lang="fr-FR" dirty="0"/>
              <a:t>Très forte dépendance alimentaire</a:t>
            </a:r>
          </a:p>
          <a:p>
            <a:r>
              <a:rPr lang="fr-FR" dirty="0"/>
              <a:t>**Opportunité export : </a:t>
            </a:r>
            <a:r>
              <a:rPr lang="fr-FR" b="1" dirty="0"/>
              <a:t>EXCELLENTE</a:t>
            </a:r>
            <a:br>
              <a:rPr lang="fr-FR" dirty="0"/>
            </a:br>
            <a:r>
              <a:rPr lang="fr-FR" dirty="0"/>
              <a:t>→ Ce sont les </a:t>
            </a:r>
            <a:r>
              <a:rPr lang="fr-FR" b="1" dirty="0"/>
              <a:t>marchés premium importateurs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→ Exemple : pays du Golfe, certains micro-États riches, Singapour…</a:t>
            </a:r>
          </a:p>
          <a:p>
            <a:r>
              <a:rPr lang="fr-FR" b="1" dirty="0"/>
              <a:t>Cluster 6 — Pays très peu stables, populations importantes, production faible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Stabilité politique faible</a:t>
            </a:r>
          </a:p>
          <a:p>
            <a:r>
              <a:rPr lang="fr-FR" dirty="0"/>
              <a:t>Très forte population</a:t>
            </a:r>
          </a:p>
          <a:p>
            <a:r>
              <a:rPr lang="fr-FR" dirty="0"/>
              <a:t>Faible production agricole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Import/export faibles</a:t>
            </a:r>
          </a:p>
          <a:p>
            <a:r>
              <a:rPr lang="fr-FR" b="1" dirty="0"/>
              <a:t>Opportunité export : très faible</a:t>
            </a:r>
            <a:br>
              <a:rPr lang="fr-FR" dirty="0"/>
            </a:br>
            <a:r>
              <a:rPr lang="fr-FR" dirty="0"/>
              <a:t>→ Risques élevés, infrastructures faibles.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AD6C1A-7B38-055B-C4BE-4B7C6A1E3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50701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7995-055B-C2E5-D7FB-3BFDDC18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E65D38F-1ACC-22F1-02D7-983464370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87BCEAF-D22C-A6FF-80F1-DFD274530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r>
              <a:rPr lang="fr-FR" b="1" dirty="0"/>
              <a:t>Cluster 0 — Pays à faible revenus, peu urbanisés, production agricole limitée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Faible PIB/habitant, faible urbanisation, forte population → marchés peu solvables</a:t>
            </a:r>
          </a:p>
          <a:p>
            <a:r>
              <a:rPr lang="fr-FR" dirty="0"/>
              <a:t>Très faible production animale et céréalière</a:t>
            </a:r>
          </a:p>
          <a:p>
            <a:r>
              <a:rPr lang="fr-FR" dirty="0"/>
              <a:t>Très faibles niveaux d’import/export agroalimentaires</a:t>
            </a:r>
          </a:p>
          <a:p>
            <a:r>
              <a:rPr lang="fr-FR" b="1" dirty="0"/>
              <a:t>Opportunité export : faible</a:t>
            </a:r>
            <a:br>
              <a:rPr lang="fr-FR" dirty="0"/>
            </a:br>
            <a:r>
              <a:rPr lang="fr-FR" dirty="0"/>
              <a:t>→ marchés difficiles, pouvoir d’achat limité, infrastructures faibles.</a:t>
            </a:r>
          </a:p>
          <a:p>
            <a:r>
              <a:rPr lang="fr-FR" b="1" dirty="0"/>
              <a:t>Cluster 1 — Pays intermédiaires urbanisés, production animale forte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moyen+, urbanisation élevée</a:t>
            </a:r>
          </a:p>
          <a:p>
            <a:r>
              <a:rPr lang="fr-FR" dirty="0"/>
              <a:t>Forte production animale (</a:t>
            </a:r>
            <a:r>
              <a:rPr lang="fr-FR" dirty="0" err="1"/>
              <a:t>livestock</a:t>
            </a:r>
            <a:r>
              <a:rPr lang="fr-FR" dirty="0"/>
              <a:t>, </a:t>
            </a:r>
            <a:r>
              <a:rPr lang="fr-FR" dirty="0" err="1"/>
              <a:t>slaughtered</a:t>
            </a:r>
            <a:r>
              <a:rPr lang="fr-FR" dirty="0"/>
              <a:t>)</a:t>
            </a:r>
          </a:p>
          <a:p>
            <a:r>
              <a:rPr lang="fr-FR" dirty="0"/>
              <a:t>Importations céréalières modérées</a:t>
            </a:r>
          </a:p>
          <a:p>
            <a:r>
              <a:rPr lang="fr-FR" dirty="0"/>
              <a:t>Plutôt équilibrés en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peuvent importer du poulet transformé / premium, mais ont déjà une filière locale solide.</a:t>
            </a:r>
          </a:p>
          <a:p>
            <a:r>
              <a:rPr lang="fr-FR" b="1" dirty="0"/>
              <a:t>Cluster 2 — Petits pays développés, très productifs et grands exportateurs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élevé</a:t>
            </a:r>
          </a:p>
          <a:p>
            <a:r>
              <a:rPr lang="fr-FR" dirty="0"/>
              <a:t>Très forte production céréalière et exportations</a:t>
            </a:r>
          </a:p>
          <a:p>
            <a:r>
              <a:rPr lang="fr-FR" dirty="0"/>
              <a:t>Très forte production agricole par habitant</a:t>
            </a:r>
          </a:p>
          <a:p>
            <a:r>
              <a:rPr lang="fr-FR" dirty="0"/>
              <a:t>Stabilité politique correcte</a:t>
            </a:r>
          </a:p>
          <a:p>
            <a:r>
              <a:rPr lang="fr-FR" b="1" dirty="0"/>
              <a:t>Opportunité export : faible à moyenne</a:t>
            </a:r>
            <a:br>
              <a:rPr lang="fr-FR" dirty="0"/>
            </a:br>
            <a:r>
              <a:rPr lang="fr-FR" dirty="0"/>
              <a:t>→ ils produisent déjà beaucoup, sont autosuffisants et exportateurs.</a:t>
            </a:r>
          </a:p>
          <a:p>
            <a:r>
              <a:rPr lang="fr-FR" b="1" dirty="0"/>
              <a:t>Cluster 3 — Pays riches, stables, urbanisés, mais peu productifs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Très haut PIB</a:t>
            </a:r>
          </a:p>
          <a:p>
            <a:r>
              <a:rPr lang="fr-FR" dirty="0"/>
              <a:t>Stabilité politique élevée</a:t>
            </a:r>
          </a:p>
          <a:p>
            <a:r>
              <a:rPr lang="fr-FR" dirty="0"/>
              <a:t>Très urbains</a:t>
            </a:r>
          </a:p>
          <a:p>
            <a:r>
              <a:rPr lang="fr-FR" dirty="0"/>
              <a:t>Production agricole faible</a:t>
            </a:r>
          </a:p>
          <a:p>
            <a:r>
              <a:rPr lang="fr-FR" dirty="0"/>
              <a:t>Forte dépendance aux importations alimentaires</a:t>
            </a:r>
          </a:p>
          <a:p>
            <a:r>
              <a:rPr lang="fr-FR" b="1" dirty="0"/>
              <a:t>Opportunité export : très forte</a:t>
            </a:r>
            <a:br>
              <a:rPr lang="fr-FR" dirty="0"/>
            </a:br>
            <a:r>
              <a:rPr lang="fr-FR" dirty="0"/>
              <a:t>→ pays riches à faible production → </a:t>
            </a:r>
            <a:r>
              <a:rPr lang="fr-FR" b="1" dirty="0"/>
              <a:t>importateurs naturels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(Exemples typiques : Luxembourg, Suisse, Qatar…)</a:t>
            </a:r>
          </a:p>
          <a:p>
            <a:r>
              <a:rPr lang="fr-FR" b="1" dirty="0"/>
              <a:t>Cluster 4 — Pays émergents stables mais à faible capacité agricole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moyen</a:t>
            </a:r>
          </a:p>
          <a:p>
            <a:r>
              <a:rPr lang="fr-FR" dirty="0"/>
              <a:t>Stabilité correcte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Productions animales et céréalières faibles</a:t>
            </a:r>
          </a:p>
          <a:p>
            <a:r>
              <a:rPr lang="fr-FR" dirty="0"/>
              <a:t>Faible commerce agroalimentaire</a:t>
            </a:r>
          </a:p>
          <a:p>
            <a:r>
              <a:rPr lang="fr-FR" b="1" dirty="0"/>
              <a:t>Opportunité export : moyenne</a:t>
            </a:r>
            <a:br>
              <a:rPr lang="fr-FR" dirty="0"/>
            </a:br>
            <a:r>
              <a:rPr lang="fr-FR" dirty="0"/>
              <a:t>→ croissance possible mais pouvoir d’achat parfois limité.</a:t>
            </a:r>
          </a:p>
          <a:p>
            <a:r>
              <a:rPr lang="fr-FR" b="1" dirty="0"/>
              <a:t>Cluster 5 — Pays très riches et très ouverts au commerce, grands importateurs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PIB très élevé</a:t>
            </a:r>
          </a:p>
          <a:p>
            <a:r>
              <a:rPr lang="fr-FR" dirty="0"/>
              <a:t>Stabilité politique forte</a:t>
            </a:r>
          </a:p>
          <a:p>
            <a:r>
              <a:rPr lang="fr-FR" dirty="0"/>
              <a:t>Forte urbanisation</a:t>
            </a:r>
          </a:p>
          <a:p>
            <a:r>
              <a:rPr lang="fr-FR" dirty="0"/>
              <a:t>Très fortes importations (céréales et avicoles)</a:t>
            </a:r>
          </a:p>
          <a:p>
            <a:r>
              <a:rPr lang="fr-FR" dirty="0"/>
              <a:t>Très faible production agricole locale</a:t>
            </a:r>
          </a:p>
          <a:p>
            <a:r>
              <a:rPr lang="fr-FR" dirty="0"/>
              <a:t>Très forte dépendance alimentaire</a:t>
            </a:r>
          </a:p>
          <a:p>
            <a:r>
              <a:rPr lang="fr-FR" dirty="0"/>
              <a:t>**Opportunité export : </a:t>
            </a:r>
            <a:r>
              <a:rPr lang="fr-FR" b="1" dirty="0"/>
              <a:t>EXCELLENTE</a:t>
            </a:r>
            <a:br>
              <a:rPr lang="fr-FR" dirty="0"/>
            </a:br>
            <a:r>
              <a:rPr lang="fr-FR" dirty="0"/>
              <a:t>→ Ce sont les </a:t>
            </a:r>
            <a:r>
              <a:rPr lang="fr-FR" b="1" dirty="0"/>
              <a:t>marchés premium importateurs de poulet bio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→ Exemple : pays du Golfe, certains micro-États riches, Singapour…</a:t>
            </a:r>
          </a:p>
          <a:p>
            <a:r>
              <a:rPr lang="fr-FR" b="1" dirty="0"/>
              <a:t>Cluster 6 — Pays très peu stables, populations importantes, production faible</a:t>
            </a:r>
          </a:p>
          <a:p>
            <a:r>
              <a:rPr lang="fr-FR" b="1" dirty="0"/>
              <a:t>Profil :</a:t>
            </a:r>
            <a:endParaRPr lang="fr-FR" dirty="0"/>
          </a:p>
          <a:p>
            <a:r>
              <a:rPr lang="fr-FR" dirty="0"/>
              <a:t>Stabilité politique faible</a:t>
            </a:r>
          </a:p>
          <a:p>
            <a:r>
              <a:rPr lang="fr-FR" dirty="0"/>
              <a:t>Très forte population</a:t>
            </a:r>
          </a:p>
          <a:p>
            <a:r>
              <a:rPr lang="fr-FR" dirty="0"/>
              <a:t>Faible production agricole</a:t>
            </a:r>
          </a:p>
          <a:p>
            <a:r>
              <a:rPr lang="fr-FR" dirty="0"/>
              <a:t>Urbanisation moyenne</a:t>
            </a:r>
          </a:p>
          <a:p>
            <a:r>
              <a:rPr lang="fr-FR" dirty="0"/>
              <a:t>Import/export faibles</a:t>
            </a:r>
          </a:p>
          <a:p>
            <a:r>
              <a:rPr lang="fr-FR" b="1" dirty="0"/>
              <a:t>Opportunité export : très faible</a:t>
            </a:r>
            <a:br>
              <a:rPr lang="fr-FR" dirty="0"/>
            </a:br>
            <a:r>
              <a:rPr lang="fr-FR" dirty="0"/>
              <a:t>→ Risques élevés, infrastructures faibles.</a:t>
            </a:r>
          </a:p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A91567-8C2B-B6DF-3879-5B129FF24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97279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838B-10BD-091D-FB8E-CA62D133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47B324B4-DD6B-E784-48C3-531CDC5F97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D786BDE-0ADD-C1EE-0275-6ECEF2761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A100D5-8713-A2E7-AADA-F60AE8855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A89C7E07-3C67-C64C-8DA0-0404F6303970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1986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e automatiqu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9" name="Forme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 spc="50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fr-FR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3" name="Espace réservé du numéro de diapositive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42" name="Espace réservé de la date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 dirty="0"/>
              <a:t>Cliquez sur l’icône pour ajouter une image</a:t>
            </a:r>
          </a:p>
        </p:txBody>
      </p: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e libre 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32" name="Titr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9436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e automatiqu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8" name="Forme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9" name="Forme libre 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fr-FR" sz="2000"/>
            </a:lvl3pPr>
            <a:lvl4pPr marL="1371600" indent="0">
              <a:spcBef>
                <a:spcPts val="1800"/>
              </a:spcBef>
              <a:buFont typeface="+mj-lt"/>
              <a:buNone/>
              <a:defRPr lang="fr-FR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endParaRPr lang="fr-FR" dirty="0"/>
          </a:p>
        </p:txBody>
      </p:sp>
      <p:sp>
        <p:nvSpPr>
          <p:cNvPr id="2" name="Espace réservé du contenu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283464" indent="-283464">
              <a:spcBef>
                <a:spcPts val="1800"/>
              </a:spcBef>
              <a:defRPr lang="fr-FR" sz="2000"/>
            </a:lvl2pPr>
            <a:lvl3pPr marL="548640" indent="-283464">
              <a:spcBef>
                <a:spcPts val="1800"/>
              </a:spcBef>
              <a:defRPr lang="fr-FR" sz="2000"/>
            </a:lvl3pPr>
            <a:lvl4pPr marL="822960" indent="-283464">
              <a:spcBef>
                <a:spcPts val="1800"/>
              </a:spcBef>
              <a:defRPr lang="fr-FR" sz="2000"/>
            </a:lvl4pPr>
            <a:lvl5pPr marL="1005840"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indent="-283464">
              <a:spcBef>
                <a:spcPts val="1800"/>
              </a:spcBef>
              <a:defRPr lang="fr-FR" sz="2000"/>
            </a:lvl2pPr>
            <a:lvl3pPr indent="-283464">
              <a:spcBef>
                <a:spcPts val="1800"/>
              </a:spcBef>
              <a:defRPr lang="fr-FR" sz="2000"/>
            </a:lvl3pPr>
            <a:lvl4pPr indent="-283464">
              <a:spcBef>
                <a:spcPts val="1800"/>
              </a:spcBef>
              <a:defRPr lang="fr-FR" sz="2000"/>
            </a:lvl4pPr>
            <a:lvl5pPr indent="-283464"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contenu et tablea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e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5" name="Forme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7" name="Forme libre 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fr-FR" sz="2000"/>
            </a:lvl1pPr>
            <a:lvl2pPr marL="457200" indent="0">
              <a:spcBef>
                <a:spcPts val="1800"/>
              </a:spcBef>
              <a:buNone/>
              <a:defRPr lang="fr-FR" sz="2000"/>
            </a:lvl2pPr>
            <a:lvl3pPr marL="914400" indent="0">
              <a:spcBef>
                <a:spcPts val="1800"/>
              </a:spcBef>
              <a:buNone/>
              <a:defRPr lang="fr-FR" sz="2000"/>
            </a:lvl3pPr>
            <a:lvl4pPr marL="1371600" indent="0">
              <a:spcBef>
                <a:spcPts val="1800"/>
              </a:spcBef>
              <a:buNone/>
              <a:defRPr lang="fr-FR" sz="2000"/>
            </a:lvl4pPr>
            <a:lvl5pPr marL="1828800" indent="0">
              <a:spcBef>
                <a:spcPts val="1800"/>
              </a:spcBef>
              <a:buNone/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e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3" name="Forme libre 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4" name="Forme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>
              <a:spcBef>
                <a:spcPts val="6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fr-FR" sz="2000"/>
            </a:lvl1pPr>
            <a:lvl2pPr>
              <a:spcBef>
                <a:spcPts val="1800"/>
              </a:spcBef>
              <a:defRPr lang="fr-FR" sz="2000"/>
            </a:lvl2pPr>
            <a:lvl3pPr>
              <a:spcBef>
                <a:spcPts val="1800"/>
              </a:spcBef>
              <a:defRPr lang="fr-FR" sz="2000"/>
            </a:lvl3pPr>
            <a:lvl4pPr>
              <a:spcBef>
                <a:spcPts val="1800"/>
              </a:spcBef>
              <a:defRPr lang="fr-FR" sz="2000"/>
            </a:lvl4pPr>
            <a:lvl5pPr>
              <a:spcBef>
                <a:spcPts val="1800"/>
              </a:spcBef>
              <a:defRPr lang="fr-FR" sz="2000"/>
            </a:lvl5pPr>
          </a:lstStyle>
          <a:p>
            <a:pPr lvl="0" rtl="0"/>
            <a:r>
              <a:rPr lang="fr-FR"/>
              <a:t>Cliquer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r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fr-FR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sp>
        <p:nvSpPr>
          <p:cNvPr id="9" name="Espace réservé du tableau 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fr-FR"/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>
              <a:latin typeface="+mn-lt"/>
            </a:endParaRPr>
          </a:p>
        </p:txBody>
      </p:sp>
      <p:sp>
        <p:nvSpPr>
          <p:cNvPr id="8" name="Espace réservé de la date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>
              <a:latin typeface="+mn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fr-FR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/>
              <a:t>Cliquez pour ajouter un titre 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e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 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Forme libre 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8" name="Espace réservé du texte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fr-FR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fr-FR" sz="4000"/>
            </a:lvl2pPr>
            <a:lvl3pPr>
              <a:defRPr lang="fr-FR" sz="4000"/>
            </a:lvl3pPr>
            <a:lvl4pPr>
              <a:defRPr lang="fr-FR" sz="4000"/>
            </a:lvl4pPr>
            <a:lvl5pPr>
              <a:defRPr lang="fr-FR" sz="4000"/>
            </a:lvl5pPr>
          </a:lstStyle>
          <a:p>
            <a:pPr lvl="0" rtl="0"/>
            <a:r>
              <a:rPr lang="fr-FR"/>
              <a:t>Cliquer pour ajouter du texte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titre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0" name="Espace réservé de la date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fr-FR" dirty="0">
              <a:latin typeface="+mn-lt"/>
            </a:endParaRPr>
          </a:p>
        </p:txBody>
      </p:sp>
      <p:sp>
        <p:nvSpPr>
          <p:cNvPr id="32" name="Espace réservé du numéro de diapositive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fr-FR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DFF939-A8AD-0AA8-BFE9-BDFC0699AE2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49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fr-FR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fr-FR">
          <a:solidFill>
            <a:schemeClr val="tx2"/>
          </a:solidFill>
        </a:defRPr>
      </a:lvl2pPr>
      <a:lvl3pPr eaLnBrk="1" hangingPunct="1">
        <a:defRPr lang="fr-FR">
          <a:solidFill>
            <a:schemeClr val="tx2"/>
          </a:solidFill>
        </a:defRPr>
      </a:lvl3pPr>
      <a:lvl4pPr eaLnBrk="1" hangingPunct="1">
        <a:defRPr lang="fr-FR">
          <a:solidFill>
            <a:schemeClr val="tx2"/>
          </a:solidFill>
        </a:defRPr>
      </a:lvl4pPr>
      <a:lvl5pPr eaLnBrk="1" hangingPunct="1">
        <a:defRPr lang="fr-FR">
          <a:solidFill>
            <a:schemeClr val="tx2"/>
          </a:solidFill>
        </a:defRPr>
      </a:lvl5pPr>
      <a:lvl6pPr eaLnBrk="1" hangingPunct="1">
        <a:defRPr lang="fr-FR">
          <a:solidFill>
            <a:schemeClr val="tx2"/>
          </a:solidFill>
        </a:defRPr>
      </a:lvl6pPr>
      <a:lvl7pPr eaLnBrk="1" hangingPunct="1">
        <a:defRPr lang="fr-FR">
          <a:solidFill>
            <a:schemeClr val="tx2"/>
          </a:solidFill>
        </a:defRPr>
      </a:lvl7pPr>
      <a:lvl8pPr eaLnBrk="1" hangingPunct="1">
        <a:defRPr lang="fr-FR">
          <a:solidFill>
            <a:schemeClr val="tx2"/>
          </a:solidFill>
        </a:defRPr>
      </a:lvl8pPr>
      <a:lvl9pPr eaLnBrk="1" hangingPunct="1">
        <a:defRPr lang="fr-FR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9917" y="411479"/>
            <a:ext cx="6206387" cy="329184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Etude de marché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7360C7-6727-8BDF-CAFC-CA43F44CA136}"/>
              </a:ext>
            </a:extLst>
          </p:cNvPr>
          <p:cNvSpPr txBox="1"/>
          <p:nvPr/>
        </p:nvSpPr>
        <p:spPr>
          <a:xfrm>
            <a:off x="9629236" y="6249880"/>
            <a:ext cx="2062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Thomas SONZOGNI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44E7D6C-6108-A68F-A924-2FAA6C9B238F}"/>
              </a:ext>
            </a:extLst>
          </p:cNvPr>
          <p:cNvSpPr txBox="1"/>
          <p:nvPr/>
        </p:nvSpPr>
        <p:spPr>
          <a:xfrm>
            <a:off x="327804" y="293298"/>
            <a:ext cx="4701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La Poule qui Chante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 rtlCol="0"/>
          <a:lstStyle>
            <a:defPPr>
              <a:defRPr lang="fr-FR"/>
            </a:defPPr>
          </a:lstStyle>
          <a:p>
            <a:pPr rtl="0"/>
            <a:r>
              <a:rPr lang="fr-FR" dirty="0"/>
              <a:t>Objectif de l’étude</a:t>
            </a:r>
          </a:p>
          <a:p>
            <a:pPr rtl="0"/>
            <a:r>
              <a:rPr lang="fr-FR" dirty="0"/>
              <a:t>Recherche et choix des données</a:t>
            </a:r>
          </a:p>
          <a:p>
            <a:pPr rtl="0"/>
            <a:r>
              <a:rPr lang="fr-FR" dirty="0"/>
              <a:t>Méthodologie d’analyse</a:t>
            </a:r>
          </a:p>
          <a:p>
            <a:pPr rtl="0"/>
            <a:r>
              <a:rPr lang="fr-FR" dirty="0"/>
              <a:t>Interprétation des résultats</a:t>
            </a:r>
          </a:p>
          <a:p>
            <a:pPr rtl="0"/>
            <a:r>
              <a:rPr lang="fr-FR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3876617" cy="235402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Objectif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F2E863-4A4C-76FE-444A-083F9304338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725" y="3279775"/>
            <a:ext cx="5045075" cy="2994025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r>
              <a:rPr lang="fr-FR" dirty="0"/>
              <a:t>Définir les pays prioritaires pour l’expansion internationale de </a:t>
            </a:r>
            <a:r>
              <a:rPr lang="fr-FR" b="1" i="1" dirty="0"/>
              <a:t>La poule qui chante</a:t>
            </a:r>
            <a:r>
              <a:rPr lang="fr-FR" b="1" dirty="0"/>
              <a:t> </a:t>
            </a:r>
            <a:r>
              <a:rPr lang="fr-FR" dirty="0"/>
              <a:t>en évaluant leur potentiel d’exportation de poulets biologiques.</a:t>
            </a:r>
          </a:p>
        </p:txBody>
      </p:sp>
      <p:pic>
        <p:nvPicPr>
          <p:cNvPr id="5" name="Espace réservé d’image 52" descr="Ampoules suspendue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Recherche et choix des données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864EC48-EC2A-0BDF-9999-830BEB126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294" y="94205"/>
            <a:ext cx="1466491" cy="99743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4265D96-B56C-1486-7BBF-ECAC020CE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729" y="173383"/>
            <a:ext cx="723765" cy="723765"/>
          </a:xfrm>
          <a:prstGeom prst="rect">
            <a:avLst/>
          </a:prstGeom>
        </p:spPr>
      </p:pic>
      <p:pic>
        <p:nvPicPr>
          <p:cNvPr id="1026" name="Picture 2" descr="Our World in Data (OWID) - CPDmatch">
            <a:extLst>
              <a:ext uri="{FF2B5EF4-FFF2-40B4-BE49-F238E27FC236}">
                <a16:creationId xmlns:a16="http://schemas.microsoft.com/office/drawing/2014/main" id="{8B9AACE8-4077-0D66-23CD-E2FDEC6DA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2751" y="159590"/>
            <a:ext cx="742097" cy="73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251A561-D45F-3382-9783-9CBA96584184}"/>
              </a:ext>
            </a:extLst>
          </p:cNvPr>
          <p:cNvSpPr txBox="1"/>
          <p:nvPr/>
        </p:nvSpPr>
        <p:spPr>
          <a:xfrm>
            <a:off x="1483742" y="3019245"/>
            <a:ext cx="65755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b="1" dirty="0">
                <a:solidFill>
                  <a:srgbClr val="0070C0"/>
                </a:solidFill>
              </a:rPr>
              <a:t>P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7398F09-4EAB-1467-99D6-530053FA61F5}"/>
              </a:ext>
            </a:extLst>
          </p:cNvPr>
          <p:cNvSpPr txBox="1"/>
          <p:nvPr/>
        </p:nvSpPr>
        <p:spPr>
          <a:xfrm>
            <a:off x="9509183" y="3019245"/>
            <a:ext cx="5998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b="1" dirty="0">
                <a:solidFill>
                  <a:srgbClr val="0070C0"/>
                </a:solidFill>
              </a:rPr>
              <a:t>L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FAF2D8C-A825-9F68-220D-88E987729ED3}"/>
              </a:ext>
            </a:extLst>
          </p:cNvPr>
          <p:cNvSpPr txBox="1"/>
          <p:nvPr/>
        </p:nvSpPr>
        <p:spPr>
          <a:xfrm>
            <a:off x="7982308" y="3019245"/>
            <a:ext cx="65755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b="1" dirty="0">
                <a:solidFill>
                  <a:srgbClr val="0070C0"/>
                </a:solidFill>
              </a:rPr>
              <a:t>E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CFEDBDD-BE3A-C20E-7547-EBCA70F6A22D}"/>
              </a:ext>
            </a:extLst>
          </p:cNvPr>
          <p:cNvSpPr txBox="1"/>
          <p:nvPr/>
        </p:nvSpPr>
        <p:spPr>
          <a:xfrm>
            <a:off x="6385201" y="3019245"/>
            <a:ext cx="5966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b="1" dirty="0">
                <a:solidFill>
                  <a:srgbClr val="0070C0"/>
                </a:solidFill>
              </a:rPr>
              <a:t>T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2D89643-557B-7464-28C8-BE04817E0CAF}"/>
              </a:ext>
            </a:extLst>
          </p:cNvPr>
          <p:cNvSpPr txBox="1"/>
          <p:nvPr/>
        </p:nvSpPr>
        <p:spPr>
          <a:xfrm>
            <a:off x="4794848" y="3019245"/>
            <a:ext cx="66717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b="1" dirty="0">
                <a:solidFill>
                  <a:srgbClr val="0070C0"/>
                </a:solidFill>
              </a:rPr>
              <a:t>S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1E87AB5-8123-30E4-D3FD-08996DE905AB}"/>
              </a:ext>
            </a:extLst>
          </p:cNvPr>
          <p:cNvSpPr txBox="1"/>
          <p:nvPr/>
        </p:nvSpPr>
        <p:spPr>
          <a:xfrm>
            <a:off x="3134263" y="3019245"/>
            <a:ext cx="65755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b="1" dirty="0">
                <a:solidFill>
                  <a:srgbClr val="0070C0"/>
                </a:solidFill>
              </a:rPr>
              <a:t>E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E841834-46A0-E479-1CEA-75CE78DC5345}"/>
              </a:ext>
            </a:extLst>
          </p:cNvPr>
          <p:cNvSpPr txBox="1"/>
          <p:nvPr/>
        </p:nvSpPr>
        <p:spPr>
          <a:xfrm>
            <a:off x="6060526" y="4085712"/>
            <a:ext cx="1433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Performance logistique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D44D712-7922-77EB-80E0-E63EB28D2A63}"/>
              </a:ext>
            </a:extLst>
          </p:cNvPr>
          <p:cNvSpPr txBox="1"/>
          <p:nvPr/>
        </p:nvSpPr>
        <p:spPr>
          <a:xfrm>
            <a:off x="3131160" y="4133519"/>
            <a:ext cx="88678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PIB/Habitant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594C107-FAE3-9EF3-2170-230C08BA3441}"/>
              </a:ext>
            </a:extLst>
          </p:cNvPr>
          <p:cNvSpPr txBox="1"/>
          <p:nvPr/>
        </p:nvSpPr>
        <p:spPr>
          <a:xfrm>
            <a:off x="1222212" y="4122593"/>
            <a:ext cx="11320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Stabilité Politique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3AA7B6B-FE66-6F44-A8D2-A8C23039A6BC}"/>
              </a:ext>
            </a:extLst>
          </p:cNvPr>
          <p:cNvSpPr txBox="1"/>
          <p:nvPr/>
        </p:nvSpPr>
        <p:spPr>
          <a:xfrm>
            <a:off x="4832034" y="4122593"/>
            <a:ext cx="7633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Population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041F17B-4082-7C8F-2E92-02D51BEAE4E5}"/>
              </a:ext>
            </a:extLst>
          </p:cNvPr>
          <p:cNvSpPr txBox="1"/>
          <p:nvPr/>
        </p:nvSpPr>
        <p:spPr>
          <a:xfrm>
            <a:off x="4674582" y="4590619"/>
            <a:ext cx="12474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Taux d’urbanisation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115A10A-B095-D5C9-1CEB-E7AA344A7DF3}"/>
              </a:ext>
            </a:extLst>
          </p:cNvPr>
          <p:cNvSpPr txBox="1"/>
          <p:nvPr/>
        </p:nvSpPr>
        <p:spPr>
          <a:xfrm>
            <a:off x="9268671" y="4085712"/>
            <a:ext cx="13276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Tarif douanier moyen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0E0E635-83BF-3937-9CC6-6535022EB910}"/>
              </a:ext>
            </a:extLst>
          </p:cNvPr>
          <p:cNvSpPr txBox="1"/>
          <p:nvPr/>
        </p:nvSpPr>
        <p:spPr>
          <a:xfrm>
            <a:off x="4677715" y="5435281"/>
            <a:ext cx="1495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Disponibilité alimentaire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1F82AC9-D541-55D5-F6DB-4727D2E1FA49}"/>
              </a:ext>
            </a:extLst>
          </p:cNvPr>
          <p:cNvSpPr txBox="1"/>
          <p:nvPr/>
        </p:nvSpPr>
        <p:spPr>
          <a:xfrm>
            <a:off x="4595961" y="5004653"/>
            <a:ext cx="1577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Consommation de volaille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A579634-C30E-6E23-107D-62E5BF902CAF}"/>
              </a:ext>
            </a:extLst>
          </p:cNvPr>
          <p:cNvSpPr txBox="1"/>
          <p:nvPr/>
        </p:nvSpPr>
        <p:spPr>
          <a:xfrm>
            <a:off x="2623007" y="5004652"/>
            <a:ext cx="19030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Production de viande de volaille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A6755CE-73D9-0C9B-69CA-5E978AC4D881}"/>
              </a:ext>
            </a:extLst>
          </p:cNvPr>
          <p:cNvSpPr txBox="1"/>
          <p:nvPr/>
        </p:nvSpPr>
        <p:spPr>
          <a:xfrm>
            <a:off x="7657035" y="4590619"/>
            <a:ext cx="15808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Emissions N2O/habitant 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692AA6E-248E-F323-EAD8-787D2B56F26E}"/>
              </a:ext>
            </a:extLst>
          </p:cNvPr>
          <p:cNvSpPr txBox="1"/>
          <p:nvPr/>
        </p:nvSpPr>
        <p:spPr>
          <a:xfrm>
            <a:off x="3131160" y="4539942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Prix du poulet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CCB5B9D-619A-3BD3-25BB-25EA5164F576}"/>
              </a:ext>
            </a:extLst>
          </p:cNvPr>
          <p:cNvSpPr txBox="1"/>
          <p:nvPr/>
        </p:nvSpPr>
        <p:spPr>
          <a:xfrm>
            <a:off x="7921394" y="4086173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Part de terres bio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2E30357-99F1-5CB6-60C1-3256EB6BFBC6}"/>
              </a:ext>
            </a:extLst>
          </p:cNvPr>
          <p:cNvSpPr txBox="1"/>
          <p:nvPr/>
        </p:nvSpPr>
        <p:spPr>
          <a:xfrm>
            <a:off x="2871974" y="5435280"/>
            <a:ext cx="1585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Import/Export de Volaille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B80A4E6-CBFD-AC49-A848-948C1E704093}"/>
              </a:ext>
            </a:extLst>
          </p:cNvPr>
          <p:cNvSpPr txBox="1"/>
          <p:nvPr/>
        </p:nvSpPr>
        <p:spPr>
          <a:xfrm>
            <a:off x="1231621" y="2869570"/>
            <a:ext cx="1055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(Politique)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F94EF77-0B13-9BE9-474B-BC328B5BCBD4}"/>
              </a:ext>
            </a:extLst>
          </p:cNvPr>
          <p:cNvSpPr txBox="1"/>
          <p:nvPr/>
        </p:nvSpPr>
        <p:spPr>
          <a:xfrm>
            <a:off x="2785916" y="2873989"/>
            <a:ext cx="13801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(Economique)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3DBAC23-7F8C-1D19-B75A-8EDA9CEFDCB2}"/>
              </a:ext>
            </a:extLst>
          </p:cNvPr>
          <p:cNvSpPr txBox="1"/>
          <p:nvPr/>
        </p:nvSpPr>
        <p:spPr>
          <a:xfrm>
            <a:off x="4492419" y="2876073"/>
            <a:ext cx="10005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(Sociétal)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6D09515-35C7-53A7-6BA5-47AD724796F5}"/>
              </a:ext>
            </a:extLst>
          </p:cNvPr>
          <p:cNvSpPr txBox="1"/>
          <p:nvPr/>
        </p:nvSpPr>
        <p:spPr>
          <a:xfrm>
            <a:off x="5829464" y="2876073"/>
            <a:ext cx="15543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(Technologique)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903C9AC7-21E0-B185-849D-D4626F84181F}"/>
              </a:ext>
            </a:extLst>
          </p:cNvPr>
          <p:cNvSpPr txBox="1"/>
          <p:nvPr/>
        </p:nvSpPr>
        <p:spPr>
          <a:xfrm>
            <a:off x="7487679" y="2877294"/>
            <a:ext cx="1768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(Environnemental)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22152F6-2993-851F-5C8D-04F73EA67BB8}"/>
              </a:ext>
            </a:extLst>
          </p:cNvPr>
          <p:cNvSpPr txBox="1"/>
          <p:nvPr/>
        </p:nvSpPr>
        <p:spPr>
          <a:xfrm>
            <a:off x="9302281" y="2876073"/>
            <a:ext cx="772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(Légal)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Méthodologie d’analyse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A8ECF073-AEB8-F5EF-621C-46274C38C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580" y="2764571"/>
            <a:ext cx="2407540" cy="11618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5F16FBB-B3B9-A574-BEEF-B505ACCE8E18}"/>
              </a:ext>
            </a:extLst>
          </p:cNvPr>
          <p:cNvSpPr txBox="1"/>
          <p:nvPr/>
        </p:nvSpPr>
        <p:spPr>
          <a:xfrm>
            <a:off x="803503" y="3107560"/>
            <a:ext cx="6398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Pour chaque indicateur, mise en forme du fichier sous la forme :</a:t>
            </a:r>
          </a:p>
          <a:p>
            <a:r>
              <a:rPr lang="fr-FR" b="1" dirty="0">
                <a:solidFill>
                  <a:schemeClr val="bg1"/>
                </a:solidFill>
              </a:rPr>
              <a:t>Country + ISO 3(si présent) + Année(s) + Indicateur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A0EA8FD-A733-DA76-C88D-F85A3D7192E0}"/>
              </a:ext>
            </a:extLst>
          </p:cNvPr>
          <p:cNvSpPr txBox="1"/>
          <p:nvPr/>
        </p:nvSpPr>
        <p:spPr>
          <a:xfrm>
            <a:off x="3390696" y="2764571"/>
            <a:ext cx="3193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4D84257-6F07-40EB-5441-952EC99FAF84}"/>
              </a:ext>
            </a:extLst>
          </p:cNvPr>
          <p:cNvSpPr txBox="1"/>
          <p:nvPr/>
        </p:nvSpPr>
        <p:spPr>
          <a:xfrm>
            <a:off x="3390696" y="4196428"/>
            <a:ext cx="3193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03BF1CF-3465-C149-8961-7B6AF29B48F1}"/>
              </a:ext>
            </a:extLst>
          </p:cNvPr>
          <p:cNvSpPr txBox="1"/>
          <p:nvPr/>
        </p:nvSpPr>
        <p:spPr>
          <a:xfrm>
            <a:off x="915647" y="4592717"/>
            <a:ext cx="5492273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Choix de l’année la plus récente pour tous les fichiers :</a:t>
            </a:r>
          </a:p>
          <a:p>
            <a:pPr algn="ctr"/>
            <a:r>
              <a:rPr lang="fr-FR" sz="2400" b="1" dirty="0">
                <a:solidFill>
                  <a:schemeClr val="bg1"/>
                </a:solidFill>
                <a:latin typeface="Helvetica 75 Bold" panose="020B0804020202020204" pitchFamily="34" charset="0"/>
              </a:rPr>
              <a:t>2022</a:t>
            </a:r>
          </a:p>
          <a:p>
            <a:pPr algn="ctr"/>
            <a:r>
              <a:rPr lang="fr-FR" sz="1400" u="sng" dirty="0">
                <a:solidFill>
                  <a:schemeClr val="bg1"/>
                </a:solidFill>
                <a:latin typeface="Helvetica 55 Roman" panose="020B0604020202020204" pitchFamily="34" charset="0"/>
              </a:rPr>
              <a:t>+ Filtrage de chaque indicateur sous la forme :</a:t>
            </a:r>
          </a:p>
          <a:p>
            <a:pPr algn="ctr"/>
            <a:r>
              <a:rPr lang="fr-FR" sz="2000" b="1" dirty="0">
                <a:solidFill>
                  <a:schemeClr val="bg1"/>
                </a:solidFill>
              </a:rPr>
              <a:t>Country + ISO 3(si présent) + Indicateur </a:t>
            </a:r>
          </a:p>
          <a:p>
            <a:pPr algn="ctr"/>
            <a:endParaRPr lang="fr-FR" sz="1100" dirty="0">
              <a:solidFill>
                <a:schemeClr val="bg1"/>
              </a:solidFill>
              <a:latin typeface="Helvetica 55 Roman" panose="020B0604020202020204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93EAB4D-23BA-36A0-82FA-2F3A69135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580" y="4254906"/>
            <a:ext cx="2295845" cy="107647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A684E337-272E-E674-7690-DD623A283DF5}"/>
              </a:ext>
            </a:extLst>
          </p:cNvPr>
          <p:cNvSpPr txBox="1"/>
          <p:nvPr/>
        </p:nvSpPr>
        <p:spPr>
          <a:xfrm>
            <a:off x="7049856" y="5429067"/>
            <a:ext cx="41712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chemeClr val="bg1"/>
                </a:solidFill>
              </a:rPr>
              <a:t>(en vérifiant qu’il n’y a pas trop de valeurs manquantes sur tous les indicateurs)</a:t>
            </a:r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F623-FBCF-687D-8717-CD1BA2646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6DE8A924-362F-8120-91B4-7740F568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Méthodologie d’analyse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C318BCA-CE2A-DA01-B68D-9D8E10B7C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525CB891-1555-F98B-F7B0-CAABC7D1C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D5AE7328-4FBA-8EB9-ED87-3C9C5B02D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CA786B32-1FBF-5564-C829-44FD858C0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7F0BBB7C-3380-9153-CBD9-4501B15CCB61}"/>
              </a:ext>
            </a:extLst>
          </p:cNvPr>
          <p:cNvSpPr txBox="1"/>
          <p:nvPr/>
        </p:nvSpPr>
        <p:spPr>
          <a:xfrm>
            <a:off x="594360" y="3121416"/>
            <a:ext cx="7395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Jointure entre les indicateurs de la Banque Mondiale et </a:t>
            </a:r>
            <a:r>
              <a:rPr lang="fr-FR" u="sng" dirty="0" err="1">
                <a:solidFill>
                  <a:schemeClr val="bg1"/>
                </a:solidFill>
              </a:rPr>
              <a:t>our</a:t>
            </a:r>
            <a:r>
              <a:rPr lang="fr-FR" u="sng" dirty="0">
                <a:solidFill>
                  <a:schemeClr val="bg1"/>
                </a:solidFill>
              </a:rPr>
              <a:t> world in Data :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Country + ISO 3 + Indicateurs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1F7CFE2-21DC-C9BD-17FC-493C32480E62}"/>
              </a:ext>
            </a:extLst>
          </p:cNvPr>
          <p:cNvSpPr txBox="1"/>
          <p:nvPr/>
        </p:nvSpPr>
        <p:spPr>
          <a:xfrm>
            <a:off x="3287030" y="2752084"/>
            <a:ext cx="3193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BC906DB-811F-220B-EB07-16D4F9F86B4E}"/>
              </a:ext>
            </a:extLst>
          </p:cNvPr>
          <p:cNvSpPr txBox="1"/>
          <p:nvPr/>
        </p:nvSpPr>
        <p:spPr>
          <a:xfrm>
            <a:off x="3287030" y="4090420"/>
            <a:ext cx="3193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7687C5B-BDF7-AED0-D0AC-5FBC92B739B0}"/>
              </a:ext>
            </a:extLst>
          </p:cNvPr>
          <p:cNvSpPr txBox="1"/>
          <p:nvPr/>
        </p:nvSpPr>
        <p:spPr>
          <a:xfrm>
            <a:off x="1748019" y="4459752"/>
            <a:ext cx="37166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Jointure entre les fichiers de la FAO :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Country + Indicateurs</a:t>
            </a:r>
          </a:p>
          <a:p>
            <a:pPr algn="ctr"/>
            <a:endParaRPr lang="fr-FR" b="1" dirty="0">
              <a:solidFill>
                <a:schemeClr val="bg1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7B5E064-C479-6CF0-5CD4-6B194F3FD476}"/>
              </a:ext>
            </a:extLst>
          </p:cNvPr>
          <p:cNvSpPr txBox="1"/>
          <p:nvPr/>
        </p:nvSpPr>
        <p:spPr>
          <a:xfrm>
            <a:off x="3287030" y="5413859"/>
            <a:ext cx="32092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0AAB5D-3234-64C5-3AA4-7FD4FCC7B145}"/>
              </a:ext>
            </a:extLst>
          </p:cNvPr>
          <p:cNvSpPr txBox="1"/>
          <p:nvPr/>
        </p:nvSpPr>
        <p:spPr>
          <a:xfrm>
            <a:off x="1891792" y="5783191"/>
            <a:ext cx="42280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Ajout de l’ISO 3 sur les fichiers de la FAO :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Via Country Converter</a:t>
            </a:r>
          </a:p>
          <a:p>
            <a:pPr algn="ctr"/>
            <a:endParaRPr lang="fr-FR" b="1" dirty="0">
              <a:solidFill>
                <a:schemeClr val="bg1"/>
              </a:solidFill>
              <a:latin typeface="Helvetica 75 Bold" panose="020B08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661108-2410-1E17-D3DA-62899BC7C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830" y="2752084"/>
            <a:ext cx="1466491" cy="99743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51D42E8-2178-E930-A00C-2CCF24F78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216" y="4124689"/>
            <a:ext cx="723765" cy="723765"/>
          </a:xfrm>
          <a:prstGeom prst="rect">
            <a:avLst/>
          </a:prstGeom>
        </p:spPr>
      </p:pic>
      <p:pic>
        <p:nvPicPr>
          <p:cNvPr id="12" name="Picture 2" descr="Our World in Data (OWID) - CPDmatch">
            <a:extLst>
              <a:ext uri="{FF2B5EF4-FFF2-40B4-BE49-F238E27FC236}">
                <a16:creationId xmlns:a16="http://schemas.microsoft.com/office/drawing/2014/main" id="{CB05E47D-27DE-C660-05BC-CD623F6E4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1724" y="2882020"/>
            <a:ext cx="742097" cy="73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BCF4D78-B291-FE5A-39E1-17162BDF8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3383" y="5284476"/>
            <a:ext cx="997430" cy="99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5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3619-15FD-9B94-1884-3237C066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78A7EC7-E06B-597E-2571-953735FF7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Méthodologie d’analyse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1369059F-A1C2-24B8-E12B-97B65E71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e libre 19">
              <a:extLst>
                <a:ext uri="{FF2B5EF4-FFF2-40B4-BE49-F238E27FC236}">
                  <a16:creationId xmlns:a16="http://schemas.microsoft.com/office/drawing/2014/main" id="{A79183E0-E359-85DA-C2AA-C70C6417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1" name="Forme libre 20">
              <a:extLst>
                <a:ext uri="{FF2B5EF4-FFF2-40B4-BE49-F238E27FC236}">
                  <a16:creationId xmlns:a16="http://schemas.microsoft.com/office/drawing/2014/main" id="{E81847B7-D4D6-39C8-DB2F-07B5BB734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22" name="Forme libre 21">
              <a:extLst>
                <a:ext uri="{FF2B5EF4-FFF2-40B4-BE49-F238E27FC236}">
                  <a16:creationId xmlns:a16="http://schemas.microsoft.com/office/drawing/2014/main" id="{E421C055-1A29-6DD6-BF77-6DEC65E98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F3230190-8EAB-83E4-1D40-F57D156F67FD}"/>
              </a:ext>
            </a:extLst>
          </p:cNvPr>
          <p:cNvSpPr txBox="1"/>
          <p:nvPr/>
        </p:nvSpPr>
        <p:spPr>
          <a:xfrm>
            <a:off x="1597208" y="3121416"/>
            <a:ext cx="3698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u="sng" dirty="0">
                <a:solidFill>
                  <a:schemeClr val="bg1"/>
                </a:solidFill>
              </a:rPr>
              <a:t>Jointure finale entre FAO et le reste :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Country + ISO 3 + Indicateurs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B633FAD-892D-A5A1-D920-1FE2A3D78551}"/>
              </a:ext>
            </a:extLst>
          </p:cNvPr>
          <p:cNvSpPr txBox="1"/>
          <p:nvPr/>
        </p:nvSpPr>
        <p:spPr>
          <a:xfrm>
            <a:off x="3287030" y="2752084"/>
            <a:ext cx="3193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3CF3B75-7C07-FD0B-10B3-C99517C1C795}"/>
              </a:ext>
            </a:extLst>
          </p:cNvPr>
          <p:cNvSpPr txBox="1"/>
          <p:nvPr/>
        </p:nvSpPr>
        <p:spPr>
          <a:xfrm>
            <a:off x="3287030" y="3927809"/>
            <a:ext cx="31931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CFE5339-EF34-AD90-AF35-07042278FB8D}"/>
              </a:ext>
            </a:extLst>
          </p:cNvPr>
          <p:cNvSpPr txBox="1"/>
          <p:nvPr/>
        </p:nvSpPr>
        <p:spPr>
          <a:xfrm>
            <a:off x="773234" y="4277702"/>
            <a:ext cx="587699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Exploration, choix et corrections des indicateurs pour l’ACP</a:t>
            </a:r>
          </a:p>
          <a:p>
            <a:pPr algn="ctr"/>
            <a:r>
              <a:rPr lang="fr-FR" sz="1100" dirty="0">
                <a:solidFill>
                  <a:schemeClr val="bg1"/>
                </a:solidFill>
              </a:rPr>
              <a:t>(Gestion des </a:t>
            </a:r>
            <a:r>
              <a:rPr lang="fr-FR" sz="1100" dirty="0" err="1">
                <a:solidFill>
                  <a:schemeClr val="bg1"/>
                </a:solidFill>
              </a:rPr>
              <a:t>Outliers</a:t>
            </a:r>
            <a:r>
              <a:rPr lang="fr-FR" sz="1100" dirty="0">
                <a:solidFill>
                  <a:schemeClr val="bg1"/>
                </a:solidFill>
              </a:rPr>
              <a:t> et création de </a:t>
            </a:r>
            <a:r>
              <a:rPr lang="fr-FR" sz="1100" dirty="0" err="1">
                <a:solidFill>
                  <a:schemeClr val="bg1"/>
                </a:solidFill>
              </a:rPr>
              <a:t>Features</a:t>
            </a:r>
            <a:r>
              <a:rPr lang="fr-FR" sz="1100" dirty="0">
                <a:solidFill>
                  <a:schemeClr val="bg1"/>
                </a:solidFill>
              </a:rPr>
              <a:t> engineering) </a:t>
            </a:r>
          </a:p>
          <a:p>
            <a:pPr algn="ctr"/>
            <a:endParaRPr lang="fr-FR" b="1" dirty="0">
              <a:solidFill>
                <a:schemeClr val="bg1"/>
              </a:solidFill>
            </a:endParaRPr>
          </a:p>
          <a:p>
            <a:pPr algn="ctr"/>
            <a:endParaRPr lang="fr-FR" b="1" dirty="0">
              <a:solidFill>
                <a:schemeClr val="bg1"/>
              </a:solidFill>
              <a:latin typeface="Helvetica 75 Bold" panose="020B08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0D9191-4B7C-7803-2E08-3BD4CAFAFB3B}"/>
              </a:ext>
            </a:extLst>
          </p:cNvPr>
          <p:cNvSpPr txBox="1"/>
          <p:nvPr/>
        </p:nvSpPr>
        <p:spPr>
          <a:xfrm>
            <a:off x="3287030" y="4811287"/>
            <a:ext cx="32092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03A13A-B618-0DC1-F977-E54588D49C34}"/>
              </a:ext>
            </a:extLst>
          </p:cNvPr>
          <p:cNvSpPr txBox="1"/>
          <p:nvPr/>
        </p:nvSpPr>
        <p:spPr>
          <a:xfrm>
            <a:off x="897272" y="5219810"/>
            <a:ext cx="5098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Standardisation des données, ACP, CAH, clustering</a:t>
            </a:r>
          </a:p>
          <a:p>
            <a:pPr algn="ctr"/>
            <a:endParaRPr lang="fr-FR" b="1" dirty="0">
              <a:solidFill>
                <a:schemeClr val="bg1"/>
              </a:solidFill>
              <a:latin typeface="Helvetica 75 Bold" panose="020B08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B22CA4-273D-D4E7-AEFE-862441C45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745" y="2749840"/>
            <a:ext cx="1466491" cy="99743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87613F-E594-BCAC-DE58-3197323E8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750" y="2879776"/>
            <a:ext cx="723765" cy="723765"/>
          </a:xfrm>
          <a:prstGeom prst="rect">
            <a:avLst/>
          </a:prstGeom>
        </p:spPr>
      </p:pic>
      <p:pic>
        <p:nvPicPr>
          <p:cNvPr id="12" name="Picture 2" descr="Our World in Data (OWID) - CPDmatch">
            <a:extLst>
              <a:ext uri="{FF2B5EF4-FFF2-40B4-BE49-F238E27FC236}">
                <a16:creationId xmlns:a16="http://schemas.microsoft.com/office/drawing/2014/main" id="{8E26E04F-C32C-ADB6-768A-96BE31369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763" y="2879776"/>
            <a:ext cx="742097" cy="737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A3D3A3E-4331-8431-C1C7-BB1D8889F902}"/>
              </a:ext>
            </a:extLst>
          </p:cNvPr>
          <p:cNvSpPr txBox="1"/>
          <p:nvPr/>
        </p:nvSpPr>
        <p:spPr>
          <a:xfrm>
            <a:off x="3320518" y="5731464"/>
            <a:ext cx="32092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FE7E939-24D1-65FC-A2B3-F30FEBAAF04A}"/>
              </a:ext>
            </a:extLst>
          </p:cNvPr>
          <p:cNvSpPr txBox="1"/>
          <p:nvPr/>
        </p:nvSpPr>
        <p:spPr>
          <a:xfrm>
            <a:off x="2726766" y="6083358"/>
            <a:ext cx="1508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Interprétation</a:t>
            </a:r>
          </a:p>
          <a:p>
            <a:pPr algn="ctr"/>
            <a:endParaRPr lang="fr-FR" b="1" dirty="0">
              <a:solidFill>
                <a:schemeClr val="bg1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07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920B-0CD8-E931-842C-BC5EA26E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C42338-0AFA-7ADC-73E9-D7220FCFD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Interprétation des résultats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B1E57AC-722C-29B8-C22E-262AD6AB80EC}"/>
              </a:ext>
            </a:extLst>
          </p:cNvPr>
          <p:cNvSpPr txBox="1"/>
          <p:nvPr/>
        </p:nvSpPr>
        <p:spPr>
          <a:xfrm>
            <a:off x="7292050" y="3749779"/>
            <a:ext cx="39823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Retenir 4 composantes nous permet de synthétiser 70 % des informations clés, assurant une vision claire et exploitable pour guider les choix stratégiques.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26E983-542B-F839-59B8-F06B0723D278}"/>
              </a:ext>
            </a:extLst>
          </p:cNvPr>
          <p:cNvSpPr txBox="1"/>
          <p:nvPr/>
        </p:nvSpPr>
        <p:spPr>
          <a:xfrm>
            <a:off x="1520887" y="2451506"/>
            <a:ext cx="2866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Eboulis des valeurs propres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52BDF2B-7D35-04F3-7B50-341EC3BBB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84" y="2820838"/>
            <a:ext cx="5315216" cy="361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0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31F8-EA93-B13B-8E7A-F9DF6F2E5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938A60-CB71-A9DF-BC14-80F0AC8B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99" y="-747298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Interprétation des résultats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4D0B8D-E952-0068-4B90-4E2DD69DF5C8}"/>
              </a:ext>
            </a:extLst>
          </p:cNvPr>
          <p:cNvSpPr txBox="1"/>
          <p:nvPr/>
        </p:nvSpPr>
        <p:spPr>
          <a:xfrm>
            <a:off x="6883721" y="2448665"/>
            <a:ext cx="430899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Nous projetons nos différents indicateurs dans le cercle des corrélations des composantes principales PC1 et PC2.</a:t>
            </a:r>
          </a:p>
          <a:p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dirty="0">
                <a:solidFill>
                  <a:schemeClr val="bg1"/>
                </a:solidFill>
              </a:rPr>
              <a:t>L’analyse de ce cercle permet d’interpréter les axes de la manière suivante :</a:t>
            </a:r>
          </a:p>
          <a:p>
            <a:endParaRPr lang="fr-FR" sz="1400" dirty="0">
              <a:solidFill>
                <a:schemeClr val="bg1"/>
              </a:solidFill>
            </a:endParaRPr>
          </a:p>
          <a:p>
            <a:r>
              <a:rPr lang="fr-FR" sz="1400" b="1" dirty="0">
                <a:solidFill>
                  <a:schemeClr val="bg1"/>
                </a:solidFill>
              </a:rPr>
              <a:t>PC1 : Intensité de production agricole</a:t>
            </a:r>
          </a:p>
          <a:p>
            <a:br>
              <a:rPr lang="fr-FR" sz="1400" dirty="0">
                <a:solidFill>
                  <a:schemeClr val="bg1"/>
                </a:solidFill>
              </a:rPr>
            </a:br>
            <a:r>
              <a:rPr lang="fr-FR" sz="1400" b="1" dirty="0">
                <a:solidFill>
                  <a:schemeClr val="bg1"/>
                </a:solidFill>
              </a:rPr>
              <a:t>PC2 : Stabilité politique et import de céréales</a:t>
            </a:r>
            <a:endParaRPr lang="fr-FR" sz="1400" dirty="0">
              <a:solidFill>
                <a:schemeClr val="bg1"/>
              </a:solidFill>
            </a:endParaRPr>
          </a:p>
          <a:p>
            <a:pPr algn="ctr"/>
            <a:endParaRPr lang="fr-FR" sz="14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14E181-E95A-F33A-3AA2-F5883A8D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11" y="1336409"/>
            <a:ext cx="5122982" cy="507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24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C2E5-5887-9AAB-08B6-938206850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05EBCE-EDAF-02E3-0AB5-2EB4DE42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99" y="-747298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Interprétation des résultats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0715D1-9A5F-71F2-5AC2-0C6D47312F40}"/>
              </a:ext>
            </a:extLst>
          </p:cNvPr>
          <p:cNvSpPr txBox="1"/>
          <p:nvPr/>
        </p:nvSpPr>
        <p:spPr>
          <a:xfrm>
            <a:off x="8233943" y="3190880"/>
            <a:ext cx="37339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La projection des pays sur le plan PC1–PC2 met en évidence des profils contrastés, opposant les pays à forte intensité de production agricole par habitant aux pays caractérisés par un modèle de développement urbain et une forte dépendance alimentaire.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30AA86-BFB2-6EC6-807C-1DA7023A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99" y="1016628"/>
            <a:ext cx="7580548" cy="578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44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E7CD8-5D66-B445-B760-CC02C1565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BDF72A-27B5-1BBB-6A84-68AE5A7E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34" y="180870"/>
            <a:ext cx="9778365" cy="74862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Interprétation des résultats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5CBF4C-C1E7-EE3E-ABC3-4238BF002609}"/>
              </a:ext>
            </a:extLst>
          </p:cNvPr>
          <p:cNvSpPr txBox="1"/>
          <p:nvPr/>
        </p:nvSpPr>
        <p:spPr>
          <a:xfrm>
            <a:off x="9074552" y="3073785"/>
            <a:ext cx="26274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Avant d’appliquer la méthode des K-</a:t>
            </a:r>
            <a:r>
              <a:rPr lang="fr-FR" sz="1400" dirty="0" err="1">
                <a:solidFill>
                  <a:schemeClr val="bg1"/>
                </a:solidFill>
              </a:rPr>
              <a:t>means</a:t>
            </a:r>
            <a:r>
              <a:rPr lang="fr-FR" sz="1400" dirty="0">
                <a:solidFill>
                  <a:schemeClr val="bg1"/>
                </a:solidFill>
              </a:rPr>
              <a:t>, nous réalisons une Classification Ascendante Hiérarchique (CAH) afin d’explorer la structure des données et d’identifier un nombre pertinent de groupes de pays.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758DD1-45C3-08E5-F0BD-9F5E967EA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28" y="1286322"/>
            <a:ext cx="8530673" cy="539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31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C539-CA1B-E7BD-3E07-439A7AC38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A4CAA-D551-5A83-F989-B1CC7CB8C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Interprétation des résultats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2F1A3C-2646-409C-7918-E01ED3E5F979}"/>
              </a:ext>
            </a:extLst>
          </p:cNvPr>
          <p:cNvSpPr txBox="1"/>
          <p:nvPr/>
        </p:nvSpPr>
        <p:spPr>
          <a:xfrm>
            <a:off x="5175500" y="3749779"/>
            <a:ext cx="60988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A l’aide de la méthode du coude, on fait le choix de k=7 pour notre clustering K-</a:t>
            </a:r>
            <a:r>
              <a:rPr lang="fr-FR" sz="1400" dirty="0" err="1">
                <a:solidFill>
                  <a:schemeClr val="bg1"/>
                </a:solidFill>
              </a:rPr>
              <a:t>means</a:t>
            </a:r>
            <a:r>
              <a:rPr lang="fr-FR" sz="1400" dirty="0">
                <a:solidFill>
                  <a:schemeClr val="bg1"/>
                </a:solidFill>
              </a:rPr>
              <a:t>,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195306-F105-B956-F89E-30ABED26F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55" y="2678654"/>
            <a:ext cx="4699545" cy="314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49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5EA9-4FEB-9156-7B85-C389416B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3B97C1-95C3-810C-A2B4-67895371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52322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dirty="0"/>
              <a:t>Interprétation</a:t>
            </a:r>
            <a:r>
              <a:rPr lang="fr-FR" dirty="0"/>
              <a:t> des résultats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90137FE-9C55-2624-3105-7491518F8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801829"/>
            <a:ext cx="8144507" cy="605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336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6F9A-042B-68AE-D1F0-221EBC23E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0DDEE4-826C-65A5-EE8A-ECA41409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52322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dirty="0"/>
              <a:t>Interprétation</a:t>
            </a:r>
            <a:r>
              <a:rPr lang="fr-FR" dirty="0"/>
              <a:t> des résultats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7277EA-2FB5-3CF5-A997-305C9EB82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57" y="961644"/>
            <a:ext cx="6362631" cy="588881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19A0CEE4-E2F0-9334-ABAD-F7678A94A0BF}"/>
              </a:ext>
            </a:extLst>
          </p:cNvPr>
          <p:cNvSpPr txBox="1"/>
          <p:nvPr/>
        </p:nvSpPr>
        <p:spPr>
          <a:xfrm>
            <a:off x="7174487" y="2617049"/>
            <a:ext cx="3852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Cluster 1 — </a:t>
            </a:r>
            <a:r>
              <a:rPr lang="fr-FR" sz="1400" dirty="0">
                <a:solidFill>
                  <a:schemeClr val="bg1"/>
                </a:solidFill>
              </a:rPr>
              <a:t>Pays </a:t>
            </a:r>
            <a:r>
              <a:rPr lang="fr-FR" sz="1400" b="1" dirty="0">
                <a:solidFill>
                  <a:schemeClr val="bg1"/>
                </a:solidFill>
              </a:rPr>
              <a:t>consommateurs</a:t>
            </a:r>
            <a:r>
              <a:rPr lang="fr-FR" sz="1400" dirty="0">
                <a:solidFill>
                  <a:schemeClr val="bg1"/>
                </a:solidFill>
              </a:rPr>
              <a:t> de produits animaux, dépendants des importations.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39A0BFD-001A-3C05-2862-DEF895EAF890}"/>
              </a:ext>
            </a:extLst>
          </p:cNvPr>
          <p:cNvSpPr txBox="1"/>
          <p:nvPr/>
        </p:nvSpPr>
        <p:spPr>
          <a:xfrm>
            <a:off x="7099681" y="1885219"/>
            <a:ext cx="4788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Cluster 0 — </a:t>
            </a:r>
            <a:r>
              <a:rPr lang="fr-FR" sz="1400" dirty="0">
                <a:solidFill>
                  <a:schemeClr val="bg1"/>
                </a:solidFill>
              </a:rPr>
              <a:t>Pays plutôt </a:t>
            </a:r>
            <a:r>
              <a:rPr lang="fr-FR" sz="1400" b="1" dirty="0">
                <a:solidFill>
                  <a:schemeClr val="bg1"/>
                </a:solidFill>
              </a:rPr>
              <a:t>pauvres ou intermédiaires</a:t>
            </a:r>
            <a:r>
              <a:rPr lang="fr-FR" sz="1400" dirty="0">
                <a:solidFill>
                  <a:schemeClr val="bg1"/>
                </a:solidFill>
              </a:rPr>
              <a:t>, peu productifs, peu intégrés aux échanges internationaux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75B953-7D8D-3907-142C-38D9D0726D65}"/>
              </a:ext>
            </a:extLst>
          </p:cNvPr>
          <p:cNvSpPr txBox="1"/>
          <p:nvPr/>
        </p:nvSpPr>
        <p:spPr>
          <a:xfrm>
            <a:off x="7174487" y="3167390"/>
            <a:ext cx="3852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Cluster 2 — </a:t>
            </a:r>
            <a:r>
              <a:rPr lang="fr-FR" sz="1400" dirty="0">
                <a:solidFill>
                  <a:schemeClr val="bg1"/>
                </a:solidFill>
              </a:rPr>
              <a:t>Grands producteurs agricoles et exportateurs nets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942F0BF-5413-0939-782C-ED786AA0E486}"/>
              </a:ext>
            </a:extLst>
          </p:cNvPr>
          <p:cNvSpPr txBox="1"/>
          <p:nvPr/>
        </p:nvSpPr>
        <p:spPr>
          <a:xfrm>
            <a:off x="7174487" y="3719964"/>
            <a:ext cx="3852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Cluster 3 — </a:t>
            </a:r>
            <a:r>
              <a:rPr lang="fr-FR" sz="1400" dirty="0">
                <a:solidFill>
                  <a:schemeClr val="bg1"/>
                </a:solidFill>
              </a:rPr>
              <a:t>Pays à faible population et systèmes agricoles limités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1AD0DF0-E6CA-688F-A62B-32C76FA909A3}"/>
              </a:ext>
            </a:extLst>
          </p:cNvPr>
          <p:cNvSpPr txBox="1"/>
          <p:nvPr/>
        </p:nvSpPr>
        <p:spPr>
          <a:xfrm>
            <a:off x="7174487" y="4206582"/>
            <a:ext cx="3852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Cluster 4 — </a:t>
            </a:r>
            <a:r>
              <a:rPr lang="fr-FR" sz="1400" dirty="0">
                <a:solidFill>
                  <a:schemeClr val="bg1"/>
                </a:solidFill>
              </a:rPr>
              <a:t>Pays </a:t>
            </a:r>
            <a:r>
              <a:rPr lang="fr-FR" sz="1400" b="1" dirty="0">
                <a:solidFill>
                  <a:schemeClr val="bg1"/>
                </a:solidFill>
              </a:rPr>
              <a:t>autonomes</a:t>
            </a:r>
            <a:r>
              <a:rPr lang="fr-FR" sz="1400" dirty="0">
                <a:solidFill>
                  <a:schemeClr val="bg1"/>
                </a:solidFill>
              </a:rPr>
              <a:t>, relativement équilibrés entre production et consommation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D13C25D-A46F-B69B-D602-BFB8A175B46C}"/>
              </a:ext>
            </a:extLst>
          </p:cNvPr>
          <p:cNvSpPr txBox="1"/>
          <p:nvPr/>
        </p:nvSpPr>
        <p:spPr>
          <a:xfrm>
            <a:off x="7186766" y="4820647"/>
            <a:ext cx="3852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Cluster 5 — </a:t>
            </a:r>
            <a:r>
              <a:rPr lang="fr-FR" sz="1400" dirty="0">
                <a:solidFill>
                  <a:schemeClr val="bg1"/>
                </a:solidFill>
              </a:rPr>
              <a:t>Très grands pays faiblement agricoles par habitant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3202B4B-919C-236C-6D8E-1B9E268F8153}"/>
              </a:ext>
            </a:extLst>
          </p:cNvPr>
          <p:cNvSpPr txBox="1"/>
          <p:nvPr/>
        </p:nvSpPr>
        <p:spPr>
          <a:xfrm>
            <a:off x="7186766" y="5433224"/>
            <a:ext cx="3852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chemeClr val="bg1"/>
                </a:solidFill>
              </a:rPr>
              <a:t>Cluster 6 — </a:t>
            </a:r>
            <a:r>
              <a:rPr lang="fr-FR" sz="1400" dirty="0">
                <a:solidFill>
                  <a:schemeClr val="bg1"/>
                </a:solidFill>
              </a:rPr>
              <a:t>Pays riches, très urbains, </a:t>
            </a:r>
            <a:r>
              <a:rPr lang="fr-FR" sz="1400" b="1" dirty="0">
                <a:solidFill>
                  <a:schemeClr val="bg1"/>
                </a:solidFill>
              </a:rPr>
              <a:t>fortement dépendants des importations alimentaires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  <a:endParaRPr lang="fr-F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719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3BC46-7D2D-EA6F-ADC8-96F116CC6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70C245-0776-06D4-9576-F454F63E4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52322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dirty="0"/>
              <a:t>Interprétation</a:t>
            </a:r>
            <a:r>
              <a:rPr lang="fr-FR" dirty="0"/>
              <a:t> des résultats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3A57B0B-AB3E-4395-3BB7-73D32C073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73" y="1325839"/>
            <a:ext cx="11771453" cy="356951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629BDB0-38B1-65EB-E28E-7FC99D74E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692" y="4627058"/>
            <a:ext cx="5058481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25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C37A-AA0B-9E69-6ECA-0900A2C2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042E47-AA78-F1ED-8802-B63DC2B5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20" y="449686"/>
            <a:ext cx="11045414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dirty="0"/>
              <a:t>Interprétation des résultats : Recommandation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EAD3352-F4C5-2BBD-7FD5-86A0F8A8BB5A}"/>
              </a:ext>
            </a:extLst>
          </p:cNvPr>
          <p:cNvSpPr txBox="1"/>
          <p:nvPr/>
        </p:nvSpPr>
        <p:spPr>
          <a:xfrm>
            <a:off x="658871" y="4322528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u="sng" dirty="0">
                <a:solidFill>
                  <a:schemeClr val="bg1"/>
                </a:solidFill>
              </a:rPr>
              <a:t>Cluster 5 — Pays très riches et très ouverts au commerce, grands importateurs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BFDB9CD-3C14-BBAE-A9DB-3F6F4ED520C3}"/>
              </a:ext>
            </a:extLst>
          </p:cNvPr>
          <p:cNvSpPr txBox="1"/>
          <p:nvPr/>
        </p:nvSpPr>
        <p:spPr>
          <a:xfrm>
            <a:off x="1531672" y="3815594"/>
            <a:ext cx="3854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Recommandation :</a:t>
            </a:r>
            <a:r>
              <a:rPr lang="fr-FR" dirty="0">
                <a:solidFill>
                  <a:schemeClr val="bg1"/>
                </a:solidFill>
              </a:rPr>
              <a:t> Choix du cluster 1.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2BD03FB-FC37-413D-1B09-804432ECC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505" y="2233421"/>
            <a:ext cx="2189162" cy="448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65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8F295-B737-EFB0-DC6D-EB5161338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A5E0A-8699-3F9C-4796-A780729D0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449686"/>
            <a:ext cx="10563826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4000" dirty="0"/>
              <a:t>Interprétation des résultats : Choix des 10 meilleurs pays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6AA76EF-BBA9-3B56-5BFE-7ACC0335E38E}"/>
              </a:ext>
            </a:extLst>
          </p:cNvPr>
          <p:cNvSpPr txBox="1"/>
          <p:nvPr/>
        </p:nvSpPr>
        <p:spPr>
          <a:xfrm>
            <a:off x="918214" y="2579407"/>
            <a:ext cx="98829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chemeClr val="bg1"/>
                </a:solidFill>
              </a:rPr>
              <a:t>Création d’un score </a:t>
            </a:r>
            <a:r>
              <a:rPr lang="fr-FR" dirty="0">
                <a:solidFill>
                  <a:schemeClr val="bg1"/>
                </a:solidFill>
              </a:rPr>
              <a:t>: Import de volailles + </a:t>
            </a:r>
            <a:r>
              <a:rPr lang="fr-FR" dirty="0" err="1">
                <a:solidFill>
                  <a:schemeClr val="bg1"/>
                </a:solidFill>
              </a:rPr>
              <a:t>pib</a:t>
            </a:r>
            <a:r>
              <a:rPr lang="fr-FR" dirty="0">
                <a:solidFill>
                  <a:schemeClr val="bg1"/>
                </a:solidFill>
              </a:rPr>
              <a:t> par habitant + stabilité politique + taux d’urbanisation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6C10615-C3E0-4FB1-583E-FCC388FA4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867" y="3265238"/>
            <a:ext cx="1666938" cy="280187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CB8FC92-7438-BEEA-AB67-7ABFE1238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409" y="3265238"/>
            <a:ext cx="1430888" cy="308038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44A2A53-0F82-A0EB-89D3-06E1E425A2B3}"/>
              </a:ext>
            </a:extLst>
          </p:cNvPr>
          <p:cNvSpPr txBox="1"/>
          <p:nvPr/>
        </p:nvSpPr>
        <p:spPr>
          <a:xfrm>
            <a:off x="2210765" y="372459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3B46897-8E3D-C178-BF45-EA0673AA3773}"/>
              </a:ext>
            </a:extLst>
          </p:cNvPr>
          <p:cNvSpPr txBox="1"/>
          <p:nvPr/>
        </p:nvSpPr>
        <p:spPr>
          <a:xfrm>
            <a:off x="2210765" y="417793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DBF27C8-1F24-AC59-ADDB-B8275A1C3E3C}"/>
              </a:ext>
            </a:extLst>
          </p:cNvPr>
          <p:cNvSpPr txBox="1"/>
          <p:nvPr/>
        </p:nvSpPr>
        <p:spPr>
          <a:xfrm>
            <a:off x="2210765" y="4666175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3)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8F6886A-1AC3-5EDD-6C82-8CEDEF464194}"/>
              </a:ext>
            </a:extLst>
          </p:cNvPr>
          <p:cNvSpPr txBox="1"/>
          <p:nvPr/>
        </p:nvSpPr>
        <p:spPr>
          <a:xfrm>
            <a:off x="2210765" y="5154412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4)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127873D-157F-1958-A7CF-C33513325A1B}"/>
              </a:ext>
            </a:extLst>
          </p:cNvPr>
          <p:cNvSpPr txBox="1"/>
          <p:nvPr/>
        </p:nvSpPr>
        <p:spPr>
          <a:xfrm>
            <a:off x="2210765" y="564264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5)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C403062-B824-01D8-1BAD-9BF06B9D35E0}"/>
              </a:ext>
            </a:extLst>
          </p:cNvPr>
          <p:cNvSpPr txBox="1"/>
          <p:nvPr/>
        </p:nvSpPr>
        <p:spPr>
          <a:xfrm>
            <a:off x="6416364" y="336903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6)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BA6593D-D559-4F05-3175-419946740114}"/>
              </a:ext>
            </a:extLst>
          </p:cNvPr>
          <p:cNvSpPr txBox="1"/>
          <p:nvPr/>
        </p:nvSpPr>
        <p:spPr>
          <a:xfrm>
            <a:off x="6416364" y="3876108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7)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B48A795-01BF-DA37-EDC6-52BD405C11FB}"/>
              </a:ext>
            </a:extLst>
          </p:cNvPr>
          <p:cNvSpPr txBox="1"/>
          <p:nvPr/>
        </p:nvSpPr>
        <p:spPr>
          <a:xfrm>
            <a:off x="6416364" y="4589294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8)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36BFD7C-35FF-9109-508A-155F3D0D9CCB}"/>
              </a:ext>
            </a:extLst>
          </p:cNvPr>
          <p:cNvSpPr txBox="1"/>
          <p:nvPr/>
        </p:nvSpPr>
        <p:spPr>
          <a:xfrm>
            <a:off x="6298644" y="5827315"/>
            <a:ext cx="513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10)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E1451C4-20C4-8950-7CC8-42924EA7C916}"/>
              </a:ext>
            </a:extLst>
          </p:cNvPr>
          <p:cNvSpPr txBox="1"/>
          <p:nvPr/>
        </p:nvSpPr>
        <p:spPr>
          <a:xfrm>
            <a:off x="6408464" y="5302480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9)</a:t>
            </a:r>
          </a:p>
        </p:txBody>
      </p:sp>
    </p:spTree>
    <p:extLst>
      <p:ext uri="{BB962C8B-B14F-4D97-AF65-F5344CB8AC3E}">
        <p14:creationId xmlns:p14="http://schemas.microsoft.com/office/powerpoint/2010/main" val="130290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66B61-E172-F409-772B-31BF7C704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11B1EC-FB49-C4AC-D9E3-2AD55D007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BE3680E-F2BB-50C0-8186-2E17515F3630}"/>
              </a:ext>
            </a:extLst>
          </p:cNvPr>
          <p:cNvSpPr txBox="1"/>
          <p:nvPr/>
        </p:nvSpPr>
        <p:spPr>
          <a:xfrm>
            <a:off x="4937240" y="2147224"/>
            <a:ext cx="609934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>
                <a:solidFill>
                  <a:schemeClr val="bg1"/>
                </a:solidFill>
              </a:rPr>
              <a:t>L'analyse montre que les marchés les plus attractifs pour développer nos exportations de poulet biologique sont les </a:t>
            </a:r>
            <a:r>
              <a:rPr lang="fr-FR" b="1" dirty="0">
                <a:solidFill>
                  <a:schemeClr val="bg1"/>
                </a:solidFill>
              </a:rPr>
              <a:t>pays à haut revenu</a:t>
            </a:r>
            <a:r>
              <a:rPr lang="fr-FR" dirty="0">
                <a:solidFill>
                  <a:schemeClr val="bg1"/>
                </a:solidFill>
              </a:rPr>
              <a:t>, </a:t>
            </a:r>
            <a:r>
              <a:rPr lang="fr-FR" b="1" dirty="0">
                <a:solidFill>
                  <a:schemeClr val="bg1"/>
                </a:solidFill>
              </a:rPr>
              <a:t>fortement urbanisés </a:t>
            </a:r>
            <a:r>
              <a:rPr lang="fr-FR" dirty="0">
                <a:solidFill>
                  <a:schemeClr val="bg1"/>
                </a:solidFill>
              </a:rPr>
              <a:t>et </a:t>
            </a:r>
            <a:r>
              <a:rPr lang="fr-FR" b="1" dirty="0">
                <a:solidFill>
                  <a:schemeClr val="bg1"/>
                </a:solidFill>
              </a:rPr>
              <a:t>dépendants des importations</a:t>
            </a:r>
            <a:r>
              <a:rPr lang="fr-FR" dirty="0">
                <a:solidFill>
                  <a:schemeClr val="bg1"/>
                </a:solidFill>
              </a:rPr>
              <a:t>. Ce sont ceux où nos produits ont </a:t>
            </a:r>
            <a:r>
              <a:rPr lang="fr-FR" b="1" dirty="0">
                <a:solidFill>
                  <a:schemeClr val="bg1"/>
                </a:solidFill>
              </a:rPr>
              <a:t>le plus de chances de réussir</a:t>
            </a:r>
            <a:r>
              <a:rPr lang="fr-FR" dirty="0">
                <a:solidFill>
                  <a:schemeClr val="bg1"/>
                </a:solidFill>
              </a:rPr>
              <a:t>.</a:t>
            </a:r>
          </a:p>
          <a:p>
            <a:pPr>
              <a:buNone/>
            </a:pPr>
            <a:br>
              <a:rPr lang="fr-FR" dirty="0">
                <a:solidFill>
                  <a:schemeClr val="bg1"/>
                </a:solidFill>
              </a:rPr>
            </a:br>
            <a:r>
              <a:rPr lang="fr-FR" dirty="0">
                <a:solidFill>
                  <a:schemeClr val="bg1"/>
                </a:solidFill>
              </a:rPr>
              <a:t>À l’inverse, les pays très autosuffisants ou moins stables offrent un potentiel plus limité.</a:t>
            </a:r>
          </a:p>
          <a:p>
            <a:pPr>
              <a:buNone/>
            </a:pPr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Au final, les pays prioritaires identifiés sont : </a:t>
            </a:r>
          </a:p>
          <a:p>
            <a:r>
              <a:rPr lang="fr-FR" b="1" dirty="0">
                <a:solidFill>
                  <a:schemeClr val="bg1"/>
                </a:solidFill>
              </a:rPr>
              <a:t>Pays-Bas, Allemagne, Pologne, Belgique, Roumanie,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Dans ce groupe, selon des sources telles que la FIBL et l’Agence Bio, </a:t>
            </a:r>
            <a:r>
              <a:rPr lang="fr-FR" b="1" dirty="0">
                <a:solidFill>
                  <a:schemeClr val="bg1"/>
                </a:solidFill>
              </a:rPr>
              <a:t>l’Allemagne, les Pays-Bas et la Belgique </a:t>
            </a:r>
            <a:r>
              <a:rPr lang="fr-FR" dirty="0">
                <a:solidFill>
                  <a:schemeClr val="bg1"/>
                </a:solidFill>
              </a:rPr>
              <a:t>sont les marchés bio les plus développés.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7FEC46A-C361-EE6D-68D1-E4590DCA9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385" y="3060821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7256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2_TF78853419_Win32" id="{E939D1AD-245E-4113-B88E-E20D599B2C52}" vid="{B269D645-ADA9-4C84-B6E4-2BDC65D07C9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{23BB188B-2545-47A4-896A-5145EA9D2E4C}TFd3b75063-ff25-434d-b12c-efeaf07d16c3843f2ce2_win32-4817930b7c4d</Template>
  <TotalTime>749</TotalTime>
  <Words>2294</Words>
  <Application>Microsoft Office PowerPoint</Application>
  <PresentationFormat>Grand écran</PresentationFormat>
  <Paragraphs>346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Calibri</vt:lpstr>
      <vt:lpstr>Franklin Gothic Book</vt:lpstr>
      <vt:lpstr>Franklin Gothic Demi</vt:lpstr>
      <vt:lpstr>Helvetica 55 Roman</vt:lpstr>
      <vt:lpstr>Helvetica 75 Bold</vt:lpstr>
      <vt:lpstr>Personnalisé</vt:lpstr>
      <vt:lpstr>Etude de marché</vt:lpstr>
      <vt:lpstr>Programme</vt:lpstr>
      <vt:lpstr>Objectif</vt:lpstr>
      <vt:lpstr>Recherche et choix des données</vt:lpstr>
      <vt:lpstr>Méthodologie d’analyse</vt:lpstr>
      <vt:lpstr>Méthodologie d’analyse</vt:lpstr>
      <vt:lpstr>Méthodologie d’analyse</vt:lpstr>
      <vt:lpstr>Interprétation des résultats</vt:lpstr>
      <vt:lpstr>Interprétation des résultats</vt:lpstr>
      <vt:lpstr>Interprétation des résultats</vt:lpstr>
      <vt:lpstr>Interprétation des résultats</vt:lpstr>
      <vt:lpstr>Interprétation des résultats</vt:lpstr>
      <vt:lpstr>Interprétation des résultats</vt:lpstr>
      <vt:lpstr>Interprétation des résultats</vt:lpstr>
      <vt:lpstr>Interprétation des résultats</vt:lpstr>
      <vt:lpstr>Interprétation des résultats : Recommandation</vt:lpstr>
      <vt:lpstr>Interprétation des résultats : Choix des 10 meilleurs pays</vt:lpstr>
      <vt:lpstr>Conclusion</vt:lpstr>
    </vt:vector>
  </TitlesOfParts>
  <Company>Orange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SONZOGNI Thomas UCI OC</dc:creator>
  <cp:lastModifiedBy>SONZOGNI Thomas UCI OC</cp:lastModifiedBy>
  <cp:revision>1</cp:revision>
  <dcterms:created xsi:type="dcterms:W3CDTF">2025-12-05T14:41:28Z</dcterms:created>
  <dcterms:modified xsi:type="dcterms:W3CDTF">2025-12-30T13:15:24Z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Personnalisé:4</vt:lpwstr>
  </property>
  <property fmtid="{D5CDD505-2E9C-101B-9397-08002B2CF9AE}" pid="4" name="ClassificationContentMarkingFooterText">
    <vt:lpwstr>Orange Restricted</vt:lpwstr>
  </property>
</Properties>
</file>